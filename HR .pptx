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4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5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sldIdLst>
    <p:sldId id="256" r:id="rId2"/>
    <p:sldId id="266" r:id="rId3"/>
    <p:sldId id="257" r:id="rId4"/>
    <p:sldId id="258" r:id="rId5"/>
    <p:sldId id="268" r:id="rId6"/>
    <p:sldId id="267" r:id="rId7"/>
    <p:sldId id="259" r:id="rId8"/>
    <p:sldId id="260" r:id="rId9"/>
    <p:sldId id="281" r:id="rId10"/>
    <p:sldId id="261" r:id="rId11"/>
    <p:sldId id="262" r:id="rId12"/>
    <p:sldId id="274" r:id="rId13"/>
    <p:sldId id="282" r:id="rId14"/>
    <p:sldId id="278" r:id="rId15"/>
    <p:sldId id="277" r:id="rId16"/>
    <p:sldId id="279" r:id="rId17"/>
    <p:sldId id="263" r:id="rId18"/>
    <p:sldId id="287" r:id="rId19"/>
    <p:sldId id="288" r:id="rId20"/>
    <p:sldId id="289" r:id="rId21"/>
    <p:sldId id="290" r:id="rId22"/>
    <p:sldId id="291" r:id="rId23"/>
    <p:sldId id="269" r:id="rId24"/>
    <p:sldId id="270" r:id="rId25"/>
    <p:sldId id="264" r:id="rId26"/>
    <p:sldId id="272" r:id="rId27"/>
    <p:sldId id="285" r:id="rId28"/>
    <p:sldId id="284" r:id="rId29"/>
    <p:sldId id="280" r:id="rId30"/>
    <p:sldId id="283" r:id="rId31"/>
    <p:sldId id="286" r:id="rId32"/>
  </p:sldIdLst>
  <p:sldSz cx="18288000" cy="10287000"/>
  <p:notesSz cx="6858000" cy="9144000"/>
  <p:embeddedFontLst>
    <p:embeddedFont>
      <p:font typeface="ADLaM Display" panose="02010000000000000000" pitchFamily="2" charset="0"/>
      <p:regular r:id="rId34"/>
    </p:embeddedFont>
    <p:embeddedFont>
      <p:font typeface="Aharoni" panose="02010803020104030203" pitchFamily="2" charset="-79"/>
      <p:bold r:id="rId35"/>
    </p:embeddedFont>
    <p:embeddedFont>
      <p:font typeface="Andalus" panose="02020603050405020304" pitchFamily="18" charset="-78"/>
      <p:regular r:id="rId36"/>
    </p:embeddedFont>
    <p:embeddedFont>
      <p:font typeface="Arial Rounded MT Bold" panose="020F0704030504030204" pitchFamily="34" charset="0"/>
      <p:regular r:id="rId37"/>
    </p:embeddedFont>
    <p:embeddedFont>
      <p:font typeface="Bahnschrift" panose="020B0502040204020203" pitchFamily="34" charset="0"/>
      <p:regular r:id="rId38"/>
      <p:bold r:id="rId39"/>
    </p:embeddedFont>
    <p:embeddedFont>
      <p:font typeface="Baskerville Old Face" panose="02020602080505020303" pitchFamily="18" charset="0"/>
      <p:regular r:id="rId40"/>
    </p:embeddedFont>
    <p:embeddedFont>
      <p:font typeface="Berlin Sans FB" panose="020E0602020502020306" pitchFamily="34" charset="0"/>
      <p:regular r:id="rId41"/>
      <p:bold r:id="rId42"/>
    </p:embeddedFont>
    <p:embeddedFont>
      <p:font typeface="Bodoni MT" panose="02070603080606020203" pitchFamily="18" charset="0"/>
      <p:regular r:id="rId43"/>
      <p:bold r:id="rId44"/>
      <p:italic r:id="rId45"/>
      <p:boldItalic r:id="rId46"/>
    </p:embeddedFont>
    <p:embeddedFont>
      <p:font typeface="Bodoni MT Black" panose="02070A03080606020203" pitchFamily="18" charset="0"/>
      <p:bold r:id="rId47"/>
      <p:boldItalic r:id="rId48"/>
    </p:embeddedFont>
    <p:embeddedFont>
      <p:font typeface="Bookman Old Style" panose="02050604050505020204" pitchFamily="18" charset="0"/>
      <p:regular r:id="rId49"/>
      <p:bold r:id="rId50"/>
      <p:italic r:id="rId51"/>
      <p:boldItalic r:id="rId52"/>
    </p:embeddedFont>
    <p:embeddedFont>
      <p:font typeface="Red Hat Display" panose="020B0604020202020204" charset="0"/>
      <p:regular r:id="rId53"/>
    </p:embeddedFont>
    <p:embeddedFont>
      <p:font typeface="Red Hat Display Bold" panose="020B0604020202020204" charset="0"/>
      <p:regular r:id="rId5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EEEB"/>
    <a:srgbClr val="ECE1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60"/>
  </p:normalViewPr>
  <p:slideViewPr>
    <p:cSldViewPr snapToGrid="0">
      <p:cViewPr varScale="1">
        <p:scale>
          <a:sx n="42" d="100"/>
          <a:sy n="42" d="100"/>
        </p:scale>
        <p:origin x="131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font" Target="fonts/font17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font" Target="fonts/font20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54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font" Target="fonts/font16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52" Type="http://schemas.openxmlformats.org/officeDocument/2006/relationships/font" Target="fonts/font19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ED7BA7-0CD8-4B5D-8BFA-0A219892FD8C}" type="doc">
      <dgm:prSet loTypeId="urn:microsoft.com/office/officeart/2005/8/layout/radial1" loCatId="cycle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1A8D307-483A-4C8D-9B1A-2330A8A96FA9}" type="pres">
      <dgm:prSet presAssocID="{24ED7BA7-0CD8-4B5D-8BFA-0A219892FD8C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</dgm:ptLst>
  <dgm:cxnLst>
    <dgm:cxn modelId="{51C7F1B8-92D0-4B5D-9EB3-95A10F28F829}" type="presOf" srcId="{24ED7BA7-0CD8-4B5D-8BFA-0A219892FD8C}" destId="{D1A8D307-483A-4C8D-9B1A-2330A8A96FA9}" srcOrd="0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BE6B07-BAC9-49EB-B322-5394C8CF1F26}" type="doc">
      <dgm:prSet loTypeId="urn:microsoft.com/office/officeart/2005/8/layout/radial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E57916-A8AC-4FF5-880F-F18D141C227D}">
      <dgm:prSet phldrT="[Text]" custT="1"/>
      <dgm:spPr>
        <a:solidFill>
          <a:srgbClr val="ECE1D7"/>
        </a:solidFill>
        <a:effectLst>
          <a:innerShdw blurRad="114300">
            <a:prstClr val="black"/>
          </a:innerShdw>
        </a:effectLst>
      </dgm:spPr>
      <dgm:t>
        <a:bodyPr/>
        <a:lstStyle/>
        <a:p>
          <a:r>
            <a:rPr lang="en-US" sz="4000" b="1">
              <a:solidFill>
                <a:srgbClr val="0070C0"/>
              </a:solidFill>
              <a:latin typeface="Bodoni MT" panose="02070603080606020203" pitchFamily="18" charset="0"/>
            </a:rPr>
            <a:t>This project uses 5 tables</a:t>
          </a:r>
        </a:p>
      </dgm:t>
    </dgm:pt>
    <dgm:pt modelId="{EF5155B9-31F8-43B4-B130-3AA96389BE04}" type="parTrans" cxnId="{797AE3D5-60F3-4C4B-85B3-AA155D1A71E8}">
      <dgm:prSet/>
      <dgm:spPr/>
      <dgm:t>
        <a:bodyPr/>
        <a:lstStyle/>
        <a:p>
          <a:endParaRPr lang="en-US"/>
        </a:p>
      </dgm:t>
    </dgm:pt>
    <dgm:pt modelId="{DF4357A8-AEE0-487F-9461-DB5C99661B1B}" type="sibTrans" cxnId="{797AE3D5-60F3-4C4B-85B3-AA155D1A71E8}">
      <dgm:prSet/>
      <dgm:spPr/>
      <dgm:t>
        <a:bodyPr/>
        <a:lstStyle/>
        <a:p>
          <a:endParaRPr lang="en-US"/>
        </a:p>
      </dgm:t>
    </dgm:pt>
    <dgm:pt modelId="{B0AAAE73-BAC1-4A48-AB33-CB0124D7B7F7}">
      <dgm:prSet phldrT="[Text]" custT="1"/>
      <dgm:spPr>
        <a:solidFill>
          <a:srgbClr val="ECE1D7"/>
        </a:solidFill>
        <a:effectLst>
          <a:innerShdw blurRad="63500" dist="50800" dir="18900000">
            <a:prstClr val="black">
              <a:alpha val="50000"/>
            </a:prstClr>
          </a:innerShdw>
        </a:effectLst>
      </dgm:spPr>
      <dgm:t>
        <a:bodyPr/>
        <a:lstStyle/>
        <a:p>
          <a:r>
            <a:rPr lang="en-US" sz="2800" b="1">
              <a:solidFill>
                <a:srgbClr val="0070C0"/>
              </a:solidFill>
              <a:latin typeface="Bodoni MT" panose="02070603080606020203" pitchFamily="18" charset="0"/>
            </a:rPr>
            <a:t>Employees</a:t>
          </a:r>
          <a:endParaRPr lang="ar-EG" sz="2800" b="1">
            <a:solidFill>
              <a:srgbClr val="0070C0"/>
            </a:solidFill>
            <a:latin typeface="Bodoni MT" panose="02070603080606020203" pitchFamily="18" charset="0"/>
          </a:endParaRPr>
        </a:p>
        <a:p>
          <a:r>
            <a:rPr lang="en-US" sz="2800" b="1">
              <a:solidFill>
                <a:srgbClr val="0070C0"/>
              </a:solidFill>
              <a:latin typeface="Bodoni MT" panose="02070603080606020203" pitchFamily="18" charset="0"/>
            </a:rPr>
            <a:t>1470</a:t>
          </a:r>
        </a:p>
      </dgm:t>
    </dgm:pt>
    <dgm:pt modelId="{B3403660-F6B2-4374-A1C7-F6195EE3B9E1}" type="parTrans" cxnId="{9A7FF29D-1497-42E6-B715-59BC639EB0D4}">
      <dgm:prSet/>
      <dgm:spPr/>
      <dgm:t>
        <a:bodyPr/>
        <a:lstStyle/>
        <a:p>
          <a:endParaRPr lang="en-US"/>
        </a:p>
      </dgm:t>
    </dgm:pt>
    <dgm:pt modelId="{7C856A3C-2FA0-4C7C-ABBF-07AD9D022B48}" type="sibTrans" cxnId="{9A7FF29D-1497-42E6-B715-59BC639EB0D4}">
      <dgm:prSet/>
      <dgm:spPr/>
      <dgm:t>
        <a:bodyPr/>
        <a:lstStyle/>
        <a:p>
          <a:endParaRPr lang="en-US"/>
        </a:p>
      </dgm:t>
    </dgm:pt>
    <dgm:pt modelId="{CC9483EB-996A-45D1-96A7-F8BFAFFD20AD}">
      <dgm:prSet phldrT="[Text]" custT="1"/>
      <dgm:spPr>
        <a:solidFill>
          <a:srgbClr val="ECE1D7"/>
        </a:solidFill>
        <a:effectLst>
          <a:innerShdw blurRad="63500" dist="50800">
            <a:prstClr val="black">
              <a:alpha val="50000"/>
            </a:prstClr>
          </a:innerShdw>
        </a:effectLst>
      </dgm:spPr>
      <dgm:t>
        <a:bodyPr/>
        <a:lstStyle/>
        <a:p>
          <a:r>
            <a:rPr lang="en-US" sz="2800" b="1">
              <a:solidFill>
                <a:srgbClr val="0070C0"/>
              </a:solidFill>
              <a:latin typeface="Bodoni MT" panose="02070603080606020203" pitchFamily="18" charset="0"/>
            </a:rPr>
            <a:t>Education Level</a:t>
          </a:r>
        </a:p>
      </dgm:t>
    </dgm:pt>
    <dgm:pt modelId="{1DF74B14-29E3-4364-80A0-1CE597DF03F9}" type="parTrans" cxnId="{64EC1769-7CB8-4011-80C4-F8E726F2620A}">
      <dgm:prSet/>
      <dgm:spPr/>
      <dgm:t>
        <a:bodyPr/>
        <a:lstStyle/>
        <a:p>
          <a:endParaRPr lang="en-US"/>
        </a:p>
      </dgm:t>
    </dgm:pt>
    <dgm:pt modelId="{EB20F930-AB2E-4219-ADEC-287C2EB42F3D}" type="sibTrans" cxnId="{64EC1769-7CB8-4011-80C4-F8E726F2620A}">
      <dgm:prSet/>
      <dgm:spPr/>
      <dgm:t>
        <a:bodyPr/>
        <a:lstStyle/>
        <a:p>
          <a:endParaRPr lang="en-US"/>
        </a:p>
      </dgm:t>
    </dgm:pt>
    <dgm:pt modelId="{DC9B4E99-9626-4A81-92EA-0CD29DB5D7EA}">
      <dgm:prSet phldrT="[Text]" custT="1"/>
      <dgm:spPr>
        <a:solidFill>
          <a:srgbClr val="ECE1D7"/>
        </a:solidFill>
        <a:effectLst>
          <a:innerShdw blurRad="63500" dist="50800">
            <a:prstClr val="black">
              <a:alpha val="50000"/>
            </a:prstClr>
          </a:innerShdw>
        </a:effectLst>
      </dgm:spPr>
      <dgm:t>
        <a:bodyPr/>
        <a:lstStyle/>
        <a:p>
          <a:r>
            <a:rPr lang="en-US" sz="2800" b="1">
              <a:solidFill>
                <a:srgbClr val="0070C0"/>
              </a:solidFill>
              <a:latin typeface="Bodoni MT" panose="02070603080606020203" pitchFamily="18" charset="0"/>
            </a:rPr>
            <a:t>Rating Level</a:t>
          </a:r>
        </a:p>
      </dgm:t>
    </dgm:pt>
    <dgm:pt modelId="{1AF355BD-4C80-428B-9A2F-785A2829F7A8}" type="parTrans" cxnId="{2975A2A0-B8A2-4CB8-AEA1-B41F0A58E53F}">
      <dgm:prSet/>
      <dgm:spPr/>
      <dgm:t>
        <a:bodyPr/>
        <a:lstStyle/>
        <a:p>
          <a:endParaRPr lang="en-US"/>
        </a:p>
      </dgm:t>
    </dgm:pt>
    <dgm:pt modelId="{1185037F-1EB7-4F80-9C54-F6F9EF569AD7}" type="sibTrans" cxnId="{2975A2A0-B8A2-4CB8-AEA1-B41F0A58E53F}">
      <dgm:prSet/>
      <dgm:spPr/>
      <dgm:t>
        <a:bodyPr/>
        <a:lstStyle/>
        <a:p>
          <a:endParaRPr lang="en-US"/>
        </a:p>
      </dgm:t>
    </dgm:pt>
    <dgm:pt modelId="{DA014DA2-EE87-477B-A5E4-C9ADAC731526}">
      <dgm:prSet phldrT="[Text]" custT="1"/>
      <dgm:spPr>
        <a:solidFill>
          <a:srgbClr val="ECE1D7"/>
        </a:solidFill>
        <a:effectLst>
          <a:innerShdw blurRad="63500" dist="50800" dir="18900000">
            <a:prstClr val="black">
              <a:alpha val="50000"/>
            </a:prstClr>
          </a:innerShdw>
        </a:effectLst>
      </dgm:spPr>
      <dgm:t>
        <a:bodyPr/>
        <a:lstStyle/>
        <a:p>
          <a:r>
            <a:rPr lang="en-US" sz="2700" b="1">
              <a:solidFill>
                <a:srgbClr val="0070C0"/>
              </a:solidFill>
              <a:latin typeface="Bodoni MT" panose="02070603080606020203" pitchFamily="18" charset="0"/>
            </a:rPr>
            <a:t>Performance</a:t>
          </a:r>
        </a:p>
      </dgm:t>
    </dgm:pt>
    <dgm:pt modelId="{471C15A8-1C4F-4D37-A08E-7D75CBBC26F7}" type="parTrans" cxnId="{989D8969-BF78-4550-A2F3-4CEE02E26340}">
      <dgm:prSet/>
      <dgm:spPr/>
      <dgm:t>
        <a:bodyPr/>
        <a:lstStyle/>
        <a:p>
          <a:endParaRPr lang="en-US"/>
        </a:p>
      </dgm:t>
    </dgm:pt>
    <dgm:pt modelId="{51F285DD-EBB7-4A1E-B81F-30EA55CBEFD0}" type="sibTrans" cxnId="{989D8969-BF78-4550-A2F3-4CEE02E26340}">
      <dgm:prSet/>
      <dgm:spPr/>
      <dgm:t>
        <a:bodyPr/>
        <a:lstStyle/>
        <a:p>
          <a:endParaRPr lang="en-US"/>
        </a:p>
      </dgm:t>
    </dgm:pt>
    <dgm:pt modelId="{59F73895-9306-42DD-A37E-FF7ED587FACB}">
      <dgm:prSet phldrT="[Text]" custT="1"/>
      <dgm:spPr>
        <a:solidFill>
          <a:srgbClr val="ECE1D7"/>
        </a:solidFill>
        <a:effectLst>
          <a:innerShdw blurRad="63500" dist="50800">
            <a:prstClr val="black">
              <a:alpha val="50000"/>
            </a:prstClr>
          </a:innerShdw>
        </a:effectLst>
      </dgm:spPr>
      <dgm:t>
        <a:bodyPr/>
        <a:lstStyle/>
        <a:p>
          <a:r>
            <a:rPr lang="en-US" sz="2800" b="1">
              <a:solidFill>
                <a:srgbClr val="0070C0"/>
              </a:solidFill>
              <a:latin typeface="Bodoni MT" panose="02070603080606020203" pitchFamily="18" charset="0"/>
            </a:rPr>
            <a:t>Satisfaction Level</a:t>
          </a:r>
        </a:p>
      </dgm:t>
    </dgm:pt>
    <dgm:pt modelId="{A82CC4DC-FC32-41C2-9AAB-6EEED745A1A5}" type="parTrans" cxnId="{D8180514-DCA6-4537-945D-2347CDE85DF2}">
      <dgm:prSet/>
      <dgm:spPr/>
      <dgm:t>
        <a:bodyPr/>
        <a:lstStyle/>
        <a:p>
          <a:endParaRPr lang="en-US"/>
        </a:p>
      </dgm:t>
    </dgm:pt>
    <dgm:pt modelId="{3E28CA8C-25DB-429B-BC34-9A84C976A7D4}" type="sibTrans" cxnId="{D8180514-DCA6-4537-945D-2347CDE85DF2}">
      <dgm:prSet/>
      <dgm:spPr/>
      <dgm:t>
        <a:bodyPr/>
        <a:lstStyle/>
        <a:p>
          <a:endParaRPr lang="en-US"/>
        </a:p>
      </dgm:t>
    </dgm:pt>
    <dgm:pt modelId="{E57553CB-53A5-4F95-A73A-998FFFA4A6AA}" type="pres">
      <dgm:prSet presAssocID="{BBBE6B07-BAC9-49EB-B322-5394C8CF1F26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093BF996-493A-49B0-BBEB-E35EFBACACEA}" type="pres">
      <dgm:prSet presAssocID="{9AE57916-A8AC-4FF5-880F-F18D141C227D}" presName="centerShape" presStyleLbl="node0" presStyleIdx="0" presStyleCnt="1" custLinFactNeighborY="200"/>
      <dgm:spPr/>
    </dgm:pt>
    <dgm:pt modelId="{FE943161-0AB1-423B-8F79-3E7F65AF0385}" type="pres">
      <dgm:prSet presAssocID="{B0AAAE73-BAC1-4A48-AB33-CB0124D7B7F7}" presName="node" presStyleLbl="node1" presStyleIdx="0" presStyleCnt="5" custScaleX="128437" custRadScaleRad="101135" custRadScaleInc="-534">
        <dgm:presLayoutVars>
          <dgm:bulletEnabled val="1"/>
        </dgm:presLayoutVars>
      </dgm:prSet>
      <dgm:spPr/>
    </dgm:pt>
    <dgm:pt modelId="{A591DA4C-B1AC-4D01-A0CD-EE78B01C186A}" type="pres">
      <dgm:prSet presAssocID="{B0AAAE73-BAC1-4A48-AB33-CB0124D7B7F7}" presName="dummy" presStyleCnt="0"/>
      <dgm:spPr/>
    </dgm:pt>
    <dgm:pt modelId="{152F661E-970B-454A-9AC8-450D44C7FC14}" type="pres">
      <dgm:prSet presAssocID="{7C856A3C-2FA0-4C7C-ABBF-07AD9D022B48}" presName="sibTrans" presStyleLbl="sibTrans2D1" presStyleIdx="0" presStyleCnt="5"/>
      <dgm:spPr/>
    </dgm:pt>
    <dgm:pt modelId="{D96E35C8-8EC7-43F6-8005-1D3F9BB5C8E9}" type="pres">
      <dgm:prSet presAssocID="{CC9483EB-996A-45D1-96A7-F8BFAFFD20AD}" presName="node" presStyleLbl="node1" presStyleIdx="1" presStyleCnt="5" custScaleX="141175">
        <dgm:presLayoutVars>
          <dgm:bulletEnabled val="1"/>
        </dgm:presLayoutVars>
      </dgm:prSet>
      <dgm:spPr/>
    </dgm:pt>
    <dgm:pt modelId="{79374AB3-3DD0-4F60-9412-6B8C5E5F5EF0}" type="pres">
      <dgm:prSet presAssocID="{CC9483EB-996A-45D1-96A7-F8BFAFFD20AD}" presName="dummy" presStyleCnt="0"/>
      <dgm:spPr/>
    </dgm:pt>
    <dgm:pt modelId="{96055BD2-570E-49D4-9E9C-C534457676A4}" type="pres">
      <dgm:prSet presAssocID="{EB20F930-AB2E-4219-ADEC-287C2EB42F3D}" presName="sibTrans" presStyleLbl="sibTrans2D1" presStyleIdx="1" presStyleCnt="5"/>
      <dgm:spPr/>
    </dgm:pt>
    <dgm:pt modelId="{7A290B64-4293-4C7C-9076-366CF74E7F6C}" type="pres">
      <dgm:prSet presAssocID="{59F73895-9306-42DD-A37E-FF7ED587FACB}" presName="node" presStyleLbl="node1" presStyleIdx="2" presStyleCnt="5" custScaleX="158510" custRadScaleRad="100431" custRadScaleInc="744">
        <dgm:presLayoutVars>
          <dgm:bulletEnabled val="1"/>
        </dgm:presLayoutVars>
      </dgm:prSet>
      <dgm:spPr/>
    </dgm:pt>
    <dgm:pt modelId="{A1E3EA1C-5918-45DA-A2CA-E0F8DE47FB43}" type="pres">
      <dgm:prSet presAssocID="{59F73895-9306-42DD-A37E-FF7ED587FACB}" presName="dummy" presStyleCnt="0"/>
      <dgm:spPr/>
    </dgm:pt>
    <dgm:pt modelId="{FE4EC9B5-B3DB-4BE5-91CA-A4EC3DE343E7}" type="pres">
      <dgm:prSet presAssocID="{3E28CA8C-25DB-429B-BC34-9A84C976A7D4}" presName="sibTrans" presStyleLbl="sibTrans2D1" presStyleIdx="2" presStyleCnt="5"/>
      <dgm:spPr/>
    </dgm:pt>
    <dgm:pt modelId="{61E3911F-50CF-47EC-970B-2159CF1A872A}" type="pres">
      <dgm:prSet presAssocID="{DC9B4E99-9626-4A81-92EA-0CD29DB5D7EA}" presName="node" presStyleLbl="node1" presStyleIdx="3" presStyleCnt="5" custScaleX="135501">
        <dgm:presLayoutVars>
          <dgm:bulletEnabled val="1"/>
        </dgm:presLayoutVars>
      </dgm:prSet>
      <dgm:spPr/>
    </dgm:pt>
    <dgm:pt modelId="{39720F54-304E-4F0C-9BE9-B04F9B42A341}" type="pres">
      <dgm:prSet presAssocID="{DC9B4E99-9626-4A81-92EA-0CD29DB5D7EA}" presName="dummy" presStyleCnt="0"/>
      <dgm:spPr/>
    </dgm:pt>
    <dgm:pt modelId="{6E1913E8-CC54-4A16-941B-7634F2A57963}" type="pres">
      <dgm:prSet presAssocID="{1185037F-1EB7-4F80-9C54-F6F9EF569AD7}" presName="sibTrans" presStyleLbl="sibTrans2D1" presStyleIdx="3" presStyleCnt="5"/>
      <dgm:spPr/>
    </dgm:pt>
    <dgm:pt modelId="{8D4C8D0A-76DD-4826-89C7-E6177F40A96E}" type="pres">
      <dgm:prSet presAssocID="{DA014DA2-EE87-477B-A5E4-C9ADAC731526}" presName="node" presStyleLbl="node1" presStyleIdx="4" presStyleCnt="5" custScaleX="142930">
        <dgm:presLayoutVars>
          <dgm:bulletEnabled val="1"/>
        </dgm:presLayoutVars>
      </dgm:prSet>
      <dgm:spPr/>
    </dgm:pt>
    <dgm:pt modelId="{3A73AE95-A771-4FD0-817A-62398B1E520E}" type="pres">
      <dgm:prSet presAssocID="{DA014DA2-EE87-477B-A5E4-C9ADAC731526}" presName="dummy" presStyleCnt="0"/>
      <dgm:spPr/>
    </dgm:pt>
    <dgm:pt modelId="{1BA6748B-B313-4754-97B6-611AE188AAE0}" type="pres">
      <dgm:prSet presAssocID="{51F285DD-EBB7-4A1E-B81F-30EA55CBEFD0}" presName="sibTrans" presStyleLbl="sibTrans2D1" presStyleIdx="4" presStyleCnt="5"/>
      <dgm:spPr/>
    </dgm:pt>
  </dgm:ptLst>
  <dgm:cxnLst>
    <dgm:cxn modelId="{D8180514-DCA6-4537-945D-2347CDE85DF2}" srcId="{9AE57916-A8AC-4FF5-880F-F18D141C227D}" destId="{59F73895-9306-42DD-A37E-FF7ED587FACB}" srcOrd="2" destOrd="0" parTransId="{A82CC4DC-FC32-41C2-9AAB-6EEED745A1A5}" sibTransId="{3E28CA8C-25DB-429B-BC34-9A84C976A7D4}"/>
    <dgm:cxn modelId="{96EB9A31-445F-4405-B9E9-92B915A5F797}" type="presOf" srcId="{DA014DA2-EE87-477B-A5E4-C9ADAC731526}" destId="{8D4C8D0A-76DD-4826-89C7-E6177F40A96E}" srcOrd="0" destOrd="0" presId="urn:microsoft.com/office/officeart/2005/8/layout/radial6"/>
    <dgm:cxn modelId="{C1052044-B8F9-4A0D-AAC5-540846404322}" type="presOf" srcId="{51F285DD-EBB7-4A1E-B81F-30EA55CBEFD0}" destId="{1BA6748B-B313-4754-97B6-611AE188AAE0}" srcOrd="0" destOrd="0" presId="urn:microsoft.com/office/officeart/2005/8/layout/radial6"/>
    <dgm:cxn modelId="{E1785646-A449-44EC-BB53-C5E1284A1C65}" type="presOf" srcId="{59F73895-9306-42DD-A37E-FF7ED587FACB}" destId="{7A290B64-4293-4C7C-9076-366CF74E7F6C}" srcOrd="0" destOrd="0" presId="urn:microsoft.com/office/officeart/2005/8/layout/radial6"/>
    <dgm:cxn modelId="{0D09D968-DA97-4114-A943-C4DF2B99E7C6}" type="presOf" srcId="{3E28CA8C-25DB-429B-BC34-9A84C976A7D4}" destId="{FE4EC9B5-B3DB-4BE5-91CA-A4EC3DE343E7}" srcOrd="0" destOrd="0" presId="urn:microsoft.com/office/officeart/2005/8/layout/radial6"/>
    <dgm:cxn modelId="{64EC1769-7CB8-4011-80C4-F8E726F2620A}" srcId="{9AE57916-A8AC-4FF5-880F-F18D141C227D}" destId="{CC9483EB-996A-45D1-96A7-F8BFAFFD20AD}" srcOrd="1" destOrd="0" parTransId="{1DF74B14-29E3-4364-80A0-1CE597DF03F9}" sibTransId="{EB20F930-AB2E-4219-ADEC-287C2EB42F3D}"/>
    <dgm:cxn modelId="{989D8969-BF78-4550-A2F3-4CEE02E26340}" srcId="{9AE57916-A8AC-4FF5-880F-F18D141C227D}" destId="{DA014DA2-EE87-477B-A5E4-C9ADAC731526}" srcOrd="4" destOrd="0" parTransId="{471C15A8-1C4F-4D37-A08E-7D75CBBC26F7}" sibTransId="{51F285DD-EBB7-4A1E-B81F-30EA55CBEFD0}"/>
    <dgm:cxn modelId="{3C578B4B-372A-41EE-AEBA-BA8804878E08}" type="presOf" srcId="{1185037F-1EB7-4F80-9C54-F6F9EF569AD7}" destId="{6E1913E8-CC54-4A16-941B-7634F2A57963}" srcOrd="0" destOrd="0" presId="urn:microsoft.com/office/officeart/2005/8/layout/radial6"/>
    <dgm:cxn modelId="{8EF42572-8EA3-4ED4-B206-E42C5F5DD53F}" type="presOf" srcId="{BBBE6B07-BAC9-49EB-B322-5394C8CF1F26}" destId="{E57553CB-53A5-4F95-A73A-998FFFA4A6AA}" srcOrd="0" destOrd="0" presId="urn:microsoft.com/office/officeart/2005/8/layout/radial6"/>
    <dgm:cxn modelId="{23FA017A-F0A1-4E9C-9D39-D321AE6CE89C}" type="presOf" srcId="{CC9483EB-996A-45D1-96A7-F8BFAFFD20AD}" destId="{D96E35C8-8EC7-43F6-8005-1D3F9BB5C8E9}" srcOrd="0" destOrd="0" presId="urn:microsoft.com/office/officeart/2005/8/layout/radial6"/>
    <dgm:cxn modelId="{9EE9DD8C-125C-45AD-BCAC-53519F67572F}" type="presOf" srcId="{7C856A3C-2FA0-4C7C-ABBF-07AD9D022B48}" destId="{152F661E-970B-454A-9AC8-450D44C7FC14}" srcOrd="0" destOrd="0" presId="urn:microsoft.com/office/officeart/2005/8/layout/radial6"/>
    <dgm:cxn modelId="{9A7FF29D-1497-42E6-B715-59BC639EB0D4}" srcId="{9AE57916-A8AC-4FF5-880F-F18D141C227D}" destId="{B0AAAE73-BAC1-4A48-AB33-CB0124D7B7F7}" srcOrd="0" destOrd="0" parTransId="{B3403660-F6B2-4374-A1C7-F6195EE3B9E1}" sibTransId="{7C856A3C-2FA0-4C7C-ABBF-07AD9D022B48}"/>
    <dgm:cxn modelId="{2975A2A0-B8A2-4CB8-AEA1-B41F0A58E53F}" srcId="{9AE57916-A8AC-4FF5-880F-F18D141C227D}" destId="{DC9B4E99-9626-4A81-92EA-0CD29DB5D7EA}" srcOrd="3" destOrd="0" parTransId="{1AF355BD-4C80-428B-9A2F-785A2829F7A8}" sibTransId="{1185037F-1EB7-4F80-9C54-F6F9EF569AD7}"/>
    <dgm:cxn modelId="{4BF530B1-FCB7-4C5A-AD2E-D856922A2E2C}" type="presOf" srcId="{EB20F930-AB2E-4219-ADEC-287C2EB42F3D}" destId="{96055BD2-570E-49D4-9E9C-C534457676A4}" srcOrd="0" destOrd="0" presId="urn:microsoft.com/office/officeart/2005/8/layout/radial6"/>
    <dgm:cxn modelId="{5D7147D1-8DB4-4AF4-9B3A-723466CF6E7B}" type="presOf" srcId="{9AE57916-A8AC-4FF5-880F-F18D141C227D}" destId="{093BF996-493A-49B0-BBEB-E35EFBACACEA}" srcOrd="0" destOrd="0" presId="urn:microsoft.com/office/officeart/2005/8/layout/radial6"/>
    <dgm:cxn modelId="{797AE3D5-60F3-4C4B-85B3-AA155D1A71E8}" srcId="{BBBE6B07-BAC9-49EB-B322-5394C8CF1F26}" destId="{9AE57916-A8AC-4FF5-880F-F18D141C227D}" srcOrd="0" destOrd="0" parTransId="{EF5155B9-31F8-43B4-B130-3AA96389BE04}" sibTransId="{DF4357A8-AEE0-487F-9461-DB5C99661B1B}"/>
    <dgm:cxn modelId="{9832E4E4-83C0-447B-A6F1-F425C07AAFBF}" type="presOf" srcId="{B0AAAE73-BAC1-4A48-AB33-CB0124D7B7F7}" destId="{FE943161-0AB1-423B-8F79-3E7F65AF0385}" srcOrd="0" destOrd="0" presId="urn:microsoft.com/office/officeart/2005/8/layout/radial6"/>
    <dgm:cxn modelId="{832D5BF4-2487-4FC5-AD21-431F724E9100}" type="presOf" srcId="{DC9B4E99-9626-4A81-92EA-0CD29DB5D7EA}" destId="{61E3911F-50CF-47EC-970B-2159CF1A872A}" srcOrd="0" destOrd="0" presId="urn:microsoft.com/office/officeart/2005/8/layout/radial6"/>
    <dgm:cxn modelId="{0F9873CF-A3CC-4B17-BB45-3C2FC858842A}" type="presParOf" srcId="{E57553CB-53A5-4F95-A73A-998FFFA4A6AA}" destId="{093BF996-493A-49B0-BBEB-E35EFBACACEA}" srcOrd="0" destOrd="0" presId="urn:microsoft.com/office/officeart/2005/8/layout/radial6"/>
    <dgm:cxn modelId="{71904611-00C1-4687-A9D1-409B9A4A13A9}" type="presParOf" srcId="{E57553CB-53A5-4F95-A73A-998FFFA4A6AA}" destId="{FE943161-0AB1-423B-8F79-3E7F65AF0385}" srcOrd="1" destOrd="0" presId="urn:microsoft.com/office/officeart/2005/8/layout/radial6"/>
    <dgm:cxn modelId="{B01CF855-31B8-4634-9948-245AAD98CF2B}" type="presParOf" srcId="{E57553CB-53A5-4F95-A73A-998FFFA4A6AA}" destId="{A591DA4C-B1AC-4D01-A0CD-EE78B01C186A}" srcOrd="2" destOrd="0" presId="urn:microsoft.com/office/officeart/2005/8/layout/radial6"/>
    <dgm:cxn modelId="{35F35FDE-5A84-4312-A88F-BDA7C8256741}" type="presParOf" srcId="{E57553CB-53A5-4F95-A73A-998FFFA4A6AA}" destId="{152F661E-970B-454A-9AC8-450D44C7FC14}" srcOrd="3" destOrd="0" presId="urn:microsoft.com/office/officeart/2005/8/layout/radial6"/>
    <dgm:cxn modelId="{72126677-AA00-4BD0-81B8-0224C9D02058}" type="presParOf" srcId="{E57553CB-53A5-4F95-A73A-998FFFA4A6AA}" destId="{D96E35C8-8EC7-43F6-8005-1D3F9BB5C8E9}" srcOrd="4" destOrd="0" presId="urn:microsoft.com/office/officeart/2005/8/layout/radial6"/>
    <dgm:cxn modelId="{BBA4459D-2F78-45D7-BC63-1021A008DE94}" type="presParOf" srcId="{E57553CB-53A5-4F95-A73A-998FFFA4A6AA}" destId="{79374AB3-3DD0-4F60-9412-6B8C5E5F5EF0}" srcOrd="5" destOrd="0" presId="urn:microsoft.com/office/officeart/2005/8/layout/radial6"/>
    <dgm:cxn modelId="{5B46EB1E-9A01-4BB7-8CDB-EBDAD9D94562}" type="presParOf" srcId="{E57553CB-53A5-4F95-A73A-998FFFA4A6AA}" destId="{96055BD2-570E-49D4-9E9C-C534457676A4}" srcOrd="6" destOrd="0" presId="urn:microsoft.com/office/officeart/2005/8/layout/radial6"/>
    <dgm:cxn modelId="{36B450A9-17FA-4021-A874-E3AEF6AC67F4}" type="presParOf" srcId="{E57553CB-53A5-4F95-A73A-998FFFA4A6AA}" destId="{7A290B64-4293-4C7C-9076-366CF74E7F6C}" srcOrd="7" destOrd="0" presId="urn:microsoft.com/office/officeart/2005/8/layout/radial6"/>
    <dgm:cxn modelId="{1912CD3C-0135-4D83-A326-63C87ACE1A2A}" type="presParOf" srcId="{E57553CB-53A5-4F95-A73A-998FFFA4A6AA}" destId="{A1E3EA1C-5918-45DA-A2CA-E0F8DE47FB43}" srcOrd="8" destOrd="0" presId="urn:microsoft.com/office/officeart/2005/8/layout/radial6"/>
    <dgm:cxn modelId="{05CA4AA6-1AC5-43B8-995F-BED3D463FAD9}" type="presParOf" srcId="{E57553CB-53A5-4F95-A73A-998FFFA4A6AA}" destId="{FE4EC9B5-B3DB-4BE5-91CA-A4EC3DE343E7}" srcOrd="9" destOrd="0" presId="urn:microsoft.com/office/officeart/2005/8/layout/radial6"/>
    <dgm:cxn modelId="{38E84CC5-830B-409F-ACB6-D24CCE84873C}" type="presParOf" srcId="{E57553CB-53A5-4F95-A73A-998FFFA4A6AA}" destId="{61E3911F-50CF-47EC-970B-2159CF1A872A}" srcOrd="10" destOrd="0" presId="urn:microsoft.com/office/officeart/2005/8/layout/radial6"/>
    <dgm:cxn modelId="{1B4159C0-EFD5-4B9D-9987-6419EE69275D}" type="presParOf" srcId="{E57553CB-53A5-4F95-A73A-998FFFA4A6AA}" destId="{39720F54-304E-4F0C-9BE9-B04F9B42A341}" srcOrd="11" destOrd="0" presId="urn:microsoft.com/office/officeart/2005/8/layout/radial6"/>
    <dgm:cxn modelId="{57A83F03-E01B-4E16-85B8-C0E753A9E7A5}" type="presParOf" srcId="{E57553CB-53A5-4F95-A73A-998FFFA4A6AA}" destId="{6E1913E8-CC54-4A16-941B-7634F2A57963}" srcOrd="12" destOrd="0" presId="urn:microsoft.com/office/officeart/2005/8/layout/radial6"/>
    <dgm:cxn modelId="{7A267DC0-DF84-444C-B977-21F1581B3EFF}" type="presParOf" srcId="{E57553CB-53A5-4F95-A73A-998FFFA4A6AA}" destId="{8D4C8D0A-76DD-4826-89C7-E6177F40A96E}" srcOrd="13" destOrd="0" presId="urn:microsoft.com/office/officeart/2005/8/layout/radial6"/>
    <dgm:cxn modelId="{5578B594-4C26-4A5F-B448-BAE63167965C}" type="presParOf" srcId="{E57553CB-53A5-4F95-A73A-998FFFA4A6AA}" destId="{3A73AE95-A771-4FD0-817A-62398B1E520E}" srcOrd="14" destOrd="0" presId="urn:microsoft.com/office/officeart/2005/8/layout/radial6"/>
    <dgm:cxn modelId="{265EE35C-F9AA-4469-AB50-CA7DD54A2A42}" type="presParOf" srcId="{E57553CB-53A5-4F95-A73A-998FFFA4A6AA}" destId="{1BA6748B-B313-4754-97B6-611AE188AAE0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2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32EB927-DED4-499F-902C-B03FA82E4963}" type="doc">
      <dgm:prSet loTypeId="urn:microsoft.com/office/officeart/2005/8/layout/cycle6" loCatId="cycle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93099BF-8A36-4A2E-B52A-653E09C2C344}">
      <dgm:prSet phldrT="[Text]" phldr="0" custT="1"/>
      <dgm:spPr/>
      <dgm:t>
        <a:bodyPr/>
        <a:lstStyle/>
        <a:p>
          <a:pPr rtl="0"/>
          <a:r>
            <a:rPr lang="en-US" sz="2800">
              <a:latin typeface="Bookman Old Style"/>
              <a:ea typeface="Calibri"/>
              <a:cs typeface="Calibri"/>
            </a:rPr>
            <a:t>Employee Demographic</a:t>
          </a:r>
        </a:p>
      </dgm:t>
    </dgm:pt>
    <dgm:pt modelId="{457D8522-5856-4D07-810D-23A89A28C516}" type="parTrans" cxnId="{9285F394-23D7-4D44-8B18-F9206B7D8A00}">
      <dgm:prSet/>
      <dgm:spPr/>
      <dgm:t>
        <a:bodyPr/>
        <a:lstStyle/>
        <a:p>
          <a:endParaRPr lang="en-US"/>
        </a:p>
      </dgm:t>
    </dgm:pt>
    <dgm:pt modelId="{F7C2D90B-F84A-4F12-A83F-7CCC0AB2058F}" type="sibTrans" cxnId="{9285F394-23D7-4D44-8B18-F9206B7D8A00}">
      <dgm:prSet/>
      <dgm:spPr/>
      <dgm:t>
        <a:bodyPr/>
        <a:lstStyle/>
        <a:p>
          <a:endParaRPr lang="en-US"/>
        </a:p>
      </dgm:t>
    </dgm:pt>
    <dgm:pt modelId="{F29FB60B-C06E-461E-AE2D-896BF5DCC30A}">
      <dgm:prSet phldrT="[Text]" custT="1"/>
      <dgm:spPr/>
      <dgm:t>
        <a:bodyPr/>
        <a:lstStyle/>
        <a:p>
          <a:r>
            <a:rPr lang="en-US" sz="2800" b="1">
              <a:latin typeface="Bookman Old Style"/>
            </a:rPr>
            <a:t> </a:t>
          </a:r>
          <a:r>
            <a:rPr lang="en-US" sz="2800" b="0">
              <a:latin typeface="Bookman Old Style"/>
              <a:ea typeface="Calibri"/>
              <a:cs typeface="Calibri"/>
            </a:rPr>
            <a:t>Salary &amp; compensation</a:t>
          </a:r>
          <a:endParaRPr lang="en-US" sz="2800">
            <a:latin typeface="Bookman Old Style"/>
          </a:endParaRPr>
        </a:p>
      </dgm:t>
    </dgm:pt>
    <dgm:pt modelId="{EB89CBD9-CF6C-4EAC-8E62-1775C1AE97E8}" type="parTrans" cxnId="{AB935C92-822F-484D-885A-E4601FA94A91}">
      <dgm:prSet/>
      <dgm:spPr/>
      <dgm:t>
        <a:bodyPr/>
        <a:lstStyle/>
        <a:p>
          <a:endParaRPr lang="en-US"/>
        </a:p>
      </dgm:t>
    </dgm:pt>
    <dgm:pt modelId="{DBE745F7-CB64-415D-A982-BA553178EB20}" type="sibTrans" cxnId="{AB935C92-822F-484D-885A-E4601FA94A91}">
      <dgm:prSet/>
      <dgm:spPr/>
      <dgm:t>
        <a:bodyPr/>
        <a:lstStyle/>
        <a:p>
          <a:endParaRPr lang="en-US"/>
        </a:p>
      </dgm:t>
    </dgm:pt>
    <dgm:pt modelId="{B4BE4274-C6AE-4919-AF99-C6FC28D7DF03}">
      <dgm:prSet phldrT="[Text]" custT="1"/>
      <dgm:spPr/>
      <dgm:t>
        <a:bodyPr/>
        <a:lstStyle/>
        <a:p>
          <a:r>
            <a:rPr lang="en-US" sz="2800" b="0">
              <a:latin typeface="Bookman Old Style"/>
            </a:rPr>
            <a:t>Overtime Analysis</a:t>
          </a:r>
        </a:p>
      </dgm:t>
    </dgm:pt>
    <dgm:pt modelId="{57DF6281-76AF-45B3-9E0E-9FA3AD833BCE}" type="parTrans" cxnId="{C84F7288-2834-4AA7-850A-00D684871572}">
      <dgm:prSet/>
      <dgm:spPr/>
      <dgm:t>
        <a:bodyPr/>
        <a:lstStyle/>
        <a:p>
          <a:endParaRPr lang="en-US"/>
        </a:p>
      </dgm:t>
    </dgm:pt>
    <dgm:pt modelId="{234E20A5-2A3E-4527-A94E-D81F100DCC28}" type="sibTrans" cxnId="{C84F7288-2834-4AA7-850A-00D684871572}">
      <dgm:prSet/>
      <dgm:spPr/>
      <dgm:t>
        <a:bodyPr/>
        <a:lstStyle/>
        <a:p>
          <a:endParaRPr lang="en-US"/>
        </a:p>
      </dgm:t>
    </dgm:pt>
    <dgm:pt modelId="{E853EC58-BA65-42DD-8D71-D247146C5A62}">
      <dgm:prSet phldr="0" custT="1"/>
      <dgm:spPr/>
      <dgm:t>
        <a:bodyPr/>
        <a:lstStyle/>
        <a:p>
          <a:pPr rtl="0"/>
          <a:r>
            <a:rPr lang="en-US" sz="2800" b="0" i="1">
              <a:latin typeface="Bookman Old Style"/>
              <a:ea typeface="Calibri"/>
              <a:cs typeface="Calibri"/>
            </a:rPr>
            <a:t>Attrition</a:t>
          </a:r>
          <a:r>
            <a:rPr lang="en-US" sz="2800" b="0">
              <a:latin typeface="Bookman Old Style"/>
              <a:ea typeface="Calibri"/>
              <a:cs typeface="Calibri"/>
            </a:rPr>
            <a:t> Analysis</a:t>
          </a:r>
          <a:endParaRPr lang="ar-SA" sz="2800" b="0">
            <a:latin typeface="Bookman Old Style"/>
          </a:endParaRPr>
        </a:p>
      </dgm:t>
    </dgm:pt>
    <dgm:pt modelId="{08CFC4A7-3F57-4D87-88FC-6B5F0765A0A0}" type="parTrans" cxnId="{C90082F3-4660-45F3-ACF4-32E3978148BB}">
      <dgm:prSet/>
      <dgm:spPr/>
      <dgm:t>
        <a:bodyPr/>
        <a:lstStyle/>
        <a:p>
          <a:endParaRPr lang="en-US"/>
        </a:p>
      </dgm:t>
    </dgm:pt>
    <dgm:pt modelId="{DC2BCF22-B9CF-4128-A39B-39A5E1ABDCF6}" type="sibTrans" cxnId="{C90082F3-4660-45F3-ACF4-32E3978148BB}">
      <dgm:prSet/>
      <dgm:spPr/>
      <dgm:t>
        <a:bodyPr/>
        <a:lstStyle/>
        <a:p>
          <a:endParaRPr lang="en-US"/>
        </a:p>
      </dgm:t>
    </dgm:pt>
    <dgm:pt modelId="{9599F5AA-0E9B-4D12-B5AB-9AFFC71AA0C4}">
      <dgm:prSet phldr="0" custT="1"/>
      <dgm:spPr/>
      <dgm:t>
        <a:bodyPr/>
        <a:lstStyle/>
        <a:p>
          <a:pPr rtl="0"/>
          <a:r>
            <a:rPr lang="en-US" sz="2800" b="0">
              <a:latin typeface="Bookman Old Style"/>
              <a:ea typeface="Calibri"/>
              <a:cs typeface="Calibri"/>
            </a:rPr>
            <a:t>Job Satisfaction</a:t>
          </a:r>
        </a:p>
      </dgm:t>
    </dgm:pt>
    <dgm:pt modelId="{400D7ADF-C175-48A4-99AE-C2F2D2D9FA87}" type="parTrans" cxnId="{92E03325-4E5B-4484-9EFC-BF67D904E21A}">
      <dgm:prSet/>
      <dgm:spPr/>
      <dgm:t>
        <a:bodyPr/>
        <a:lstStyle/>
        <a:p>
          <a:endParaRPr lang="en-US"/>
        </a:p>
      </dgm:t>
    </dgm:pt>
    <dgm:pt modelId="{FF1D4A63-7B9A-442D-9F32-12DE9223C362}" type="sibTrans" cxnId="{92E03325-4E5B-4484-9EFC-BF67D904E21A}">
      <dgm:prSet/>
      <dgm:spPr/>
      <dgm:t>
        <a:bodyPr/>
        <a:lstStyle/>
        <a:p>
          <a:endParaRPr lang="en-US"/>
        </a:p>
      </dgm:t>
    </dgm:pt>
    <dgm:pt modelId="{8C3AA642-C3AA-450F-9759-3FD65D40D209}">
      <dgm:prSet phldr="0" custT="1"/>
      <dgm:spPr/>
      <dgm:t>
        <a:bodyPr/>
        <a:lstStyle/>
        <a:p>
          <a:pPr rtl="0"/>
          <a:r>
            <a:rPr lang="en-US" sz="2800" b="0">
              <a:latin typeface="Bookman Old Style"/>
              <a:ea typeface="Calibri"/>
              <a:cs typeface="Calibri"/>
            </a:rPr>
            <a:t>Performance Analysis</a:t>
          </a:r>
        </a:p>
      </dgm:t>
    </dgm:pt>
    <dgm:pt modelId="{937CF198-035D-402F-A2EE-547F6C43BE49}" type="parTrans" cxnId="{45D1A2F0-9B73-4ECC-8E9B-0BCC358DFE0F}">
      <dgm:prSet/>
      <dgm:spPr/>
      <dgm:t>
        <a:bodyPr/>
        <a:lstStyle/>
        <a:p>
          <a:endParaRPr lang="en-US"/>
        </a:p>
      </dgm:t>
    </dgm:pt>
    <dgm:pt modelId="{9FD0CFD2-5378-46C6-B6C7-076C51EE57B1}" type="sibTrans" cxnId="{45D1A2F0-9B73-4ECC-8E9B-0BCC358DFE0F}">
      <dgm:prSet/>
      <dgm:spPr/>
      <dgm:t>
        <a:bodyPr/>
        <a:lstStyle/>
        <a:p>
          <a:endParaRPr lang="en-US"/>
        </a:p>
      </dgm:t>
    </dgm:pt>
    <dgm:pt modelId="{33571DBF-D561-4F61-A5FD-56516F6C6B74}" type="pres">
      <dgm:prSet presAssocID="{532EB927-DED4-499F-902C-B03FA82E4963}" presName="cycle" presStyleCnt="0">
        <dgm:presLayoutVars>
          <dgm:dir/>
          <dgm:resizeHandles val="exact"/>
        </dgm:presLayoutVars>
      </dgm:prSet>
      <dgm:spPr/>
    </dgm:pt>
    <dgm:pt modelId="{9278049F-382E-4F94-BFB6-EA02B26B9914}" type="pres">
      <dgm:prSet presAssocID="{793099BF-8A36-4A2E-B52A-653E09C2C344}" presName="node" presStyleLbl="node1" presStyleIdx="0" presStyleCnt="6" custScaleX="145402" custScaleY="107869">
        <dgm:presLayoutVars>
          <dgm:bulletEnabled val="1"/>
        </dgm:presLayoutVars>
      </dgm:prSet>
      <dgm:spPr/>
    </dgm:pt>
    <dgm:pt modelId="{7024447C-A638-40BC-B736-43BBC8696057}" type="pres">
      <dgm:prSet presAssocID="{793099BF-8A36-4A2E-B52A-653E09C2C344}" presName="spNode" presStyleCnt="0"/>
      <dgm:spPr/>
    </dgm:pt>
    <dgm:pt modelId="{4672BA0B-6328-4C88-9B50-FA5DE0F918EA}" type="pres">
      <dgm:prSet presAssocID="{F7C2D90B-F84A-4F12-A83F-7CCC0AB2058F}" presName="sibTrans" presStyleLbl="sibTrans1D1" presStyleIdx="0" presStyleCnt="6"/>
      <dgm:spPr/>
    </dgm:pt>
    <dgm:pt modelId="{EC3DD61D-E97A-42BF-B833-E78AD6448E32}" type="pres">
      <dgm:prSet presAssocID="{E853EC58-BA65-42DD-8D71-D247146C5A62}" presName="node" presStyleLbl="node1" presStyleIdx="1" presStyleCnt="6" custScaleX="128045" custScaleY="123942" custRadScaleRad="97977" custRadScaleInc="26065">
        <dgm:presLayoutVars>
          <dgm:bulletEnabled val="1"/>
        </dgm:presLayoutVars>
      </dgm:prSet>
      <dgm:spPr/>
    </dgm:pt>
    <dgm:pt modelId="{C9DD4230-CE7B-4135-92F0-AE1279089926}" type="pres">
      <dgm:prSet presAssocID="{E853EC58-BA65-42DD-8D71-D247146C5A62}" presName="spNode" presStyleCnt="0"/>
      <dgm:spPr/>
    </dgm:pt>
    <dgm:pt modelId="{5498EADB-B9B2-420D-AC68-F5505A9F4F37}" type="pres">
      <dgm:prSet presAssocID="{DC2BCF22-B9CF-4128-A39B-39A5E1ABDCF6}" presName="sibTrans" presStyleLbl="sibTrans1D1" presStyleIdx="1" presStyleCnt="6"/>
      <dgm:spPr/>
    </dgm:pt>
    <dgm:pt modelId="{FC87B52E-59BD-4994-8AF1-A1080409D612}" type="pres">
      <dgm:prSet presAssocID="{8C3AA642-C3AA-450F-9759-3FD65D40D209}" presName="node" presStyleLbl="node1" presStyleIdx="2" presStyleCnt="6" custScaleX="129513" custScaleY="105341">
        <dgm:presLayoutVars>
          <dgm:bulletEnabled val="1"/>
        </dgm:presLayoutVars>
      </dgm:prSet>
      <dgm:spPr/>
    </dgm:pt>
    <dgm:pt modelId="{9020994F-DA00-4293-8D42-2B6D3C440BFB}" type="pres">
      <dgm:prSet presAssocID="{8C3AA642-C3AA-450F-9759-3FD65D40D209}" presName="spNode" presStyleCnt="0"/>
      <dgm:spPr/>
    </dgm:pt>
    <dgm:pt modelId="{1F22DB93-833B-451B-AE87-4BDDCA5ECC80}" type="pres">
      <dgm:prSet presAssocID="{9FD0CFD2-5378-46C6-B6C7-076C51EE57B1}" presName="sibTrans" presStyleLbl="sibTrans1D1" presStyleIdx="2" presStyleCnt="6"/>
      <dgm:spPr/>
    </dgm:pt>
    <dgm:pt modelId="{14C57EAD-C7A8-4A95-B279-4559E0F01514}" type="pres">
      <dgm:prSet presAssocID="{9599F5AA-0E9B-4D12-B5AB-9AFFC71AA0C4}" presName="node" presStyleLbl="node1" presStyleIdx="3" presStyleCnt="6" custScaleX="127434">
        <dgm:presLayoutVars>
          <dgm:bulletEnabled val="1"/>
        </dgm:presLayoutVars>
      </dgm:prSet>
      <dgm:spPr/>
    </dgm:pt>
    <dgm:pt modelId="{2C55F3D3-911E-4C0A-98D2-AE3881D2B3D6}" type="pres">
      <dgm:prSet presAssocID="{9599F5AA-0E9B-4D12-B5AB-9AFFC71AA0C4}" presName="spNode" presStyleCnt="0"/>
      <dgm:spPr/>
    </dgm:pt>
    <dgm:pt modelId="{E9E417C2-A4B7-449C-96D8-8B43F2425E04}" type="pres">
      <dgm:prSet presAssocID="{FF1D4A63-7B9A-442D-9F32-12DE9223C362}" presName="sibTrans" presStyleLbl="sibTrans1D1" presStyleIdx="3" presStyleCnt="6"/>
      <dgm:spPr/>
    </dgm:pt>
    <dgm:pt modelId="{7C19115F-849A-4C2D-81A8-BE6A164A80FD}" type="pres">
      <dgm:prSet presAssocID="{F29FB60B-C06E-461E-AE2D-896BF5DCC30A}" presName="node" presStyleLbl="node1" presStyleIdx="4" presStyleCnt="6" custScaleX="141696">
        <dgm:presLayoutVars>
          <dgm:bulletEnabled val="1"/>
        </dgm:presLayoutVars>
      </dgm:prSet>
      <dgm:spPr/>
    </dgm:pt>
    <dgm:pt modelId="{0039D958-0A72-42CA-810C-C220C86DCD3B}" type="pres">
      <dgm:prSet presAssocID="{F29FB60B-C06E-461E-AE2D-896BF5DCC30A}" presName="spNode" presStyleCnt="0"/>
      <dgm:spPr/>
    </dgm:pt>
    <dgm:pt modelId="{D7054F15-4ADE-4A51-B3F9-EB63AA3730BE}" type="pres">
      <dgm:prSet presAssocID="{DBE745F7-CB64-415D-A982-BA553178EB20}" presName="sibTrans" presStyleLbl="sibTrans1D1" presStyleIdx="4" presStyleCnt="6"/>
      <dgm:spPr/>
    </dgm:pt>
    <dgm:pt modelId="{9A161564-CD92-4A19-9124-349522CB26E9}" type="pres">
      <dgm:prSet presAssocID="{B4BE4274-C6AE-4919-AF99-C6FC28D7DF03}" presName="node" presStyleLbl="node1" presStyleIdx="5" presStyleCnt="6" custScaleX="137137" custScaleY="110742" custRadScaleRad="95451" custRadScaleInc="-25670">
        <dgm:presLayoutVars>
          <dgm:bulletEnabled val="1"/>
        </dgm:presLayoutVars>
      </dgm:prSet>
      <dgm:spPr/>
    </dgm:pt>
    <dgm:pt modelId="{0C382D6D-96AD-4303-9B00-0DDB8A09EEC0}" type="pres">
      <dgm:prSet presAssocID="{B4BE4274-C6AE-4919-AF99-C6FC28D7DF03}" presName="spNode" presStyleCnt="0"/>
      <dgm:spPr/>
    </dgm:pt>
    <dgm:pt modelId="{8807806F-7037-4B9C-9C83-32AF0350AFE4}" type="pres">
      <dgm:prSet presAssocID="{234E20A5-2A3E-4527-A94E-D81F100DCC28}" presName="sibTrans" presStyleLbl="sibTrans1D1" presStyleIdx="5" presStyleCnt="6"/>
      <dgm:spPr/>
    </dgm:pt>
  </dgm:ptLst>
  <dgm:cxnLst>
    <dgm:cxn modelId="{4A886817-4518-419F-835E-E3CBBB022DC1}" type="presOf" srcId="{E853EC58-BA65-42DD-8D71-D247146C5A62}" destId="{EC3DD61D-E97A-42BF-B833-E78AD6448E32}" srcOrd="0" destOrd="0" presId="urn:microsoft.com/office/officeart/2005/8/layout/cycle6"/>
    <dgm:cxn modelId="{B8B66C18-2CFC-4E29-9AE2-911C6F7F3835}" type="presOf" srcId="{FF1D4A63-7B9A-442D-9F32-12DE9223C362}" destId="{E9E417C2-A4B7-449C-96D8-8B43F2425E04}" srcOrd="0" destOrd="0" presId="urn:microsoft.com/office/officeart/2005/8/layout/cycle6"/>
    <dgm:cxn modelId="{92E03325-4E5B-4484-9EFC-BF67D904E21A}" srcId="{532EB927-DED4-499F-902C-B03FA82E4963}" destId="{9599F5AA-0E9B-4D12-B5AB-9AFFC71AA0C4}" srcOrd="3" destOrd="0" parTransId="{400D7ADF-C175-48A4-99AE-C2F2D2D9FA87}" sibTransId="{FF1D4A63-7B9A-442D-9F32-12DE9223C362}"/>
    <dgm:cxn modelId="{9967BF28-B7A5-45E3-8947-3B61A31ABA56}" type="presOf" srcId="{9599F5AA-0E9B-4D12-B5AB-9AFFC71AA0C4}" destId="{14C57EAD-C7A8-4A95-B279-4559E0F01514}" srcOrd="0" destOrd="0" presId="urn:microsoft.com/office/officeart/2005/8/layout/cycle6"/>
    <dgm:cxn modelId="{25CB9641-99DF-4620-BF49-CA0A245F4C1C}" type="presOf" srcId="{F7C2D90B-F84A-4F12-A83F-7CCC0AB2058F}" destId="{4672BA0B-6328-4C88-9B50-FA5DE0F918EA}" srcOrd="0" destOrd="0" presId="urn:microsoft.com/office/officeart/2005/8/layout/cycle6"/>
    <dgm:cxn modelId="{8CAB9845-FF39-457F-B050-6316C0AAB4EB}" type="presOf" srcId="{DBE745F7-CB64-415D-A982-BA553178EB20}" destId="{D7054F15-4ADE-4A51-B3F9-EB63AA3730BE}" srcOrd="0" destOrd="0" presId="urn:microsoft.com/office/officeart/2005/8/layout/cycle6"/>
    <dgm:cxn modelId="{9C45947D-C87D-4B85-941D-D7F134E84766}" type="presOf" srcId="{8C3AA642-C3AA-450F-9759-3FD65D40D209}" destId="{FC87B52E-59BD-4994-8AF1-A1080409D612}" srcOrd="0" destOrd="0" presId="urn:microsoft.com/office/officeart/2005/8/layout/cycle6"/>
    <dgm:cxn modelId="{C84F7288-2834-4AA7-850A-00D684871572}" srcId="{532EB927-DED4-499F-902C-B03FA82E4963}" destId="{B4BE4274-C6AE-4919-AF99-C6FC28D7DF03}" srcOrd="5" destOrd="0" parTransId="{57DF6281-76AF-45B3-9E0E-9FA3AD833BCE}" sibTransId="{234E20A5-2A3E-4527-A94E-D81F100DCC28}"/>
    <dgm:cxn modelId="{AB935C92-822F-484D-885A-E4601FA94A91}" srcId="{532EB927-DED4-499F-902C-B03FA82E4963}" destId="{F29FB60B-C06E-461E-AE2D-896BF5DCC30A}" srcOrd="4" destOrd="0" parTransId="{EB89CBD9-CF6C-4EAC-8E62-1775C1AE97E8}" sibTransId="{DBE745F7-CB64-415D-A982-BA553178EB20}"/>
    <dgm:cxn modelId="{9285F394-23D7-4D44-8B18-F9206B7D8A00}" srcId="{532EB927-DED4-499F-902C-B03FA82E4963}" destId="{793099BF-8A36-4A2E-B52A-653E09C2C344}" srcOrd="0" destOrd="0" parTransId="{457D8522-5856-4D07-810D-23A89A28C516}" sibTransId="{F7C2D90B-F84A-4F12-A83F-7CCC0AB2058F}"/>
    <dgm:cxn modelId="{740FB396-144B-40F5-BD98-2912DEF3389E}" type="presOf" srcId="{234E20A5-2A3E-4527-A94E-D81F100DCC28}" destId="{8807806F-7037-4B9C-9C83-32AF0350AFE4}" srcOrd="0" destOrd="0" presId="urn:microsoft.com/office/officeart/2005/8/layout/cycle6"/>
    <dgm:cxn modelId="{007E4CA3-A589-4EC9-9958-FD6A1F83B801}" type="presOf" srcId="{793099BF-8A36-4A2E-B52A-653E09C2C344}" destId="{9278049F-382E-4F94-BFB6-EA02B26B9914}" srcOrd="0" destOrd="0" presId="urn:microsoft.com/office/officeart/2005/8/layout/cycle6"/>
    <dgm:cxn modelId="{597D4EB1-D7BD-4B63-B67D-2B4B157E5856}" type="presOf" srcId="{F29FB60B-C06E-461E-AE2D-896BF5DCC30A}" destId="{7C19115F-849A-4C2D-81A8-BE6A164A80FD}" srcOrd="0" destOrd="0" presId="urn:microsoft.com/office/officeart/2005/8/layout/cycle6"/>
    <dgm:cxn modelId="{B8F5EFC4-041E-4590-B67A-222F7DA01930}" type="presOf" srcId="{532EB927-DED4-499F-902C-B03FA82E4963}" destId="{33571DBF-D561-4F61-A5FD-56516F6C6B74}" srcOrd="0" destOrd="0" presId="urn:microsoft.com/office/officeart/2005/8/layout/cycle6"/>
    <dgm:cxn modelId="{137CC0C5-9DFD-4981-96B5-50AA886154CE}" type="presOf" srcId="{9FD0CFD2-5378-46C6-B6C7-076C51EE57B1}" destId="{1F22DB93-833B-451B-AE87-4BDDCA5ECC80}" srcOrd="0" destOrd="0" presId="urn:microsoft.com/office/officeart/2005/8/layout/cycle6"/>
    <dgm:cxn modelId="{61D28CC9-FFB0-4EBC-B767-33595DE91B7A}" type="presOf" srcId="{B4BE4274-C6AE-4919-AF99-C6FC28D7DF03}" destId="{9A161564-CD92-4A19-9124-349522CB26E9}" srcOrd="0" destOrd="0" presId="urn:microsoft.com/office/officeart/2005/8/layout/cycle6"/>
    <dgm:cxn modelId="{8AA659CC-1BA6-46DF-8F71-89364A5C143F}" type="presOf" srcId="{DC2BCF22-B9CF-4128-A39B-39A5E1ABDCF6}" destId="{5498EADB-B9B2-420D-AC68-F5505A9F4F37}" srcOrd="0" destOrd="0" presId="urn:microsoft.com/office/officeart/2005/8/layout/cycle6"/>
    <dgm:cxn modelId="{45D1A2F0-9B73-4ECC-8E9B-0BCC358DFE0F}" srcId="{532EB927-DED4-499F-902C-B03FA82E4963}" destId="{8C3AA642-C3AA-450F-9759-3FD65D40D209}" srcOrd="2" destOrd="0" parTransId="{937CF198-035D-402F-A2EE-547F6C43BE49}" sibTransId="{9FD0CFD2-5378-46C6-B6C7-076C51EE57B1}"/>
    <dgm:cxn modelId="{C90082F3-4660-45F3-ACF4-32E3978148BB}" srcId="{532EB927-DED4-499F-902C-B03FA82E4963}" destId="{E853EC58-BA65-42DD-8D71-D247146C5A62}" srcOrd="1" destOrd="0" parTransId="{08CFC4A7-3F57-4D87-88FC-6B5F0765A0A0}" sibTransId="{DC2BCF22-B9CF-4128-A39B-39A5E1ABDCF6}"/>
    <dgm:cxn modelId="{F3E360C2-8731-4368-A4C4-7687B1BA5537}" type="presParOf" srcId="{33571DBF-D561-4F61-A5FD-56516F6C6B74}" destId="{9278049F-382E-4F94-BFB6-EA02B26B9914}" srcOrd="0" destOrd="0" presId="urn:microsoft.com/office/officeart/2005/8/layout/cycle6"/>
    <dgm:cxn modelId="{7A35BBA3-86DC-4DF9-AF02-68CF5B5FD5A9}" type="presParOf" srcId="{33571DBF-D561-4F61-A5FD-56516F6C6B74}" destId="{7024447C-A638-40BC-B736-43BBC8696057}" srcOrd="1" destOrd="0" presId="urn:microsoft.com/office/officeart/2005/8/layout/cycle6"/>
    <dgm:cxn modelId="{C4F11AF0-F7DB-4A95-87FA-90560B038933}" type="presParOf" srcId="{33571DBF-D561-4F61-A5FD-56516F6C6B74}" destId="{4672BA0B-6328-4C88-9B50-FA5DE0F918EA}" srcOrd="2" destOrd="0" presId="urn:microsoft.com/office/officeart/2005/8/layout/cycle6"/>
    <dgm:cxn modelId="{7F6AE6D6-BA98-4325-B26C-E93406173388}" type="presParOf" srcId="{33571DBF-D561-4F61-A5FD-56516F6C6B74}" destId="{EC3DD61D-E97A-42BF-B833-E78AD6448E32}" srcOrd="3" destOrd="0" presId="urn:microsoft.com/office/officeart/2005/8/layout/cycle6"/>
    <dgm:cxn modelId="{FAFF88C9-13F1-4B92-A773-91BC90AC39B2}" type="presParOf" srcId="{33571DBF-D561-4F61-A5FD-56516F6C6B74}" destId="{C9DD4230-CE7B-4135-92F0-AE1279089926}" srcOrd="4" destOrd="0" presId="urn:microsoft.com/office/officeart/2005/8/layout/cycle6"/>
    <dgm:cxn modelId="{72AB2ED7-BD06-4E3F-A0D9-367F24AE4067}" type="presParOf" srcId="{33571DBF-D561-4F61-A5FD-56516F6C6B74}" destId="{5498EADB-B9B2-420D-AC68-F5505A9F4F37}" srcOrd="5" destOrd="0" presId="urn:microsoft.com/office/officeart/2005/8/layout/cycle6"/>
    <dgm:cxn modelId="{E5A248F9-502C-4E9E-8BEF-155119656599}" type="presParOf" srcId="{33571DBF-D561-4F61-A5FD-56516F6C6B74}" destId="{FC87B52E-59BD-4994-8AF1-A1080409D612}" srcOrd="6" destOrd="0" presId="urn:microsoft.com/office/officeart/2005/8/layout/cycle6"/>
    <dgm:cxn modelId="{0446696B-B1C0-48C2-AD37-32FEAE1B71D9}" type="presParOf" srcId="{33571DBF-D561-4F61-A5FD-56516F6C6B74}" destId="{9020994F-DA00-4293-8D42-2B6D3C440BFB}" srcOrd="7" destOrd="0" presId="urn:microsoft.com/office/officeart/2005/8/layout/cycle6"/>
    <dgm:cxn modelId="{3028795D-20BA-4489-B0B9-7280CDFBA28B}" type="presParOf" srcId="{33571DBF-D561-4F61-A5FD-56516F6C6B74}" destId="{1F22DB93-833B-451B-AE87-4BDDCA5ECC80}" srcOrd="8" destOrd="0" presId="urn:microsoft.com/office/officeart/2005/8/layout/cycle6"/>
    <dgm:cxn modelId="{3E801F95-F9CC-4DFE-B9D5-C1700FA86B18}" type="presParOf" srcId="{33571DBF-D561-4F61-A5FD-56516F6C6B74}" destId="{14C57EAD-C7A8-4A95-B279-4559E0F01514}" srcOrd="9" destOrd="0" presId="urn:microsoft.com/office/officeart/2005/8/layout/cycle6"/>
    <dgm:cxn modelId="{99DECD0C-1950-4204-A7C7-BE0CDDB46B26}" type="presParOf" srcId="{33571DBF-D561-4F61-A5FD-56516F6C6B74}" destId="{2C55F3D3-911E-4C0A-98D2-AE3881D2B3D6}" srcOrd="10" destOrd="0" presId="urn:microsoft.com/office/officeart/2005/8/layout/cycle6"/>
    <dgm:cxn modelId="{DB5AAD40-8FD5-44B9-9FF2-40D10DBEB9A0}" type="presParOf" srcId="{33571DBF-D561-4F61-A5FD-56516F6C6B74}" destId="{E9E417C2-A4B7-449C-96D8-8B43F2425E04}" srcOrd="11" destOrd="0" presId="urn:microsoft.com/office/officeart/2005/8/layout/cycle6"/>
    <dgm:cxn modelId="{95CE9306-E431-4AEA-BCA1-A04EBF86FBC7}" type="presParOf" srcId="{33571DBF-D561-4F61-A5FD-56516F6C6B74}" destId="{7C19115F-849A-4C2D-81A8-BE6A164A80FD}" srcOrd="12" destOrd="0" presId="urn:microsoft.com/office/officeart/2005/8/layout/cycle6"/>
    <dgm:cxn modelId="{770D6E7A-5D8F-4E21-8167-B6FE1D95AEFB}" type="presParOf" srcId="{33571DBF-D561-4F61-A5FD-56516F6C6B74}" destId="{0039D958-0A72-42CA-810C-C220C86DCD3B}" srcOrd="13" destOrd="0" presId="urn:microsoft.com/office/officeart/2005/8/layout/cycle6"/>
    <dgm:cxn modelId="{58447D97-BBD2-49E7-99C2-FCD86DC9AF16}" type="presParOf" srcId="{33571DBF-D561-4F61-A5FD-56516F6C6B74}" destId="{D7054F15-4ADE-4A51-B3F9-EB63AA3730BE}" srcOrd="14" destOrd="0" presId="urn:microsoft.com/office/officeart/2005/8/layout/cycle6"/>
    <dgm:cxn modelId="{4D560C3F-C13E-4D38-A656-EC62059C88F6}" type="presParOf" srcId="{33571DBF-D561-4F61-A5FD-56516F6C6B74}" destId="{9A161564-CD92-4A19-9124-349522CB26E9}" srcOrd="15" destOrd="0" presId="urn:microsoft.com/office/officeart/2005/8/layout/cycle6"/>
    <dgm:cxn modelId="{AE67E958-A5A5-4E98-8262-73140BB7EA47}" type="presParOf" srcId="{33571DBF-D561-4F61-A5FD-56516F6C6B74}" destId="{0C382D6D-96AD-4303-9B00-0DDB8A09EEC0}" srcOrd="16" destOrd="0" presId="urn:microsoft.com/office/officeart/2005/8/layout/cycle6"/>
    <dgm:cxn modelId="{1E2B5EF9-3825-403E-991B-6BCDDBBA0498}" type="presParOf" srcId="{33571DBF-D561-4F61-A5FD-56516F6C6B74}" destId="{8807806F-7037-4B9C-9C83-32AF0350AFE4}" srcOrd="17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84E1F60-CFA2-4318-8A67-C29EC6941B13}" type="doc">
      <dgm:prSet loTypeId="urn:microsoft.com/office/officeart/2005/8/layout/radial3" loCatId="cycle" qsTypeId="urn:microsoft.com/office/officeart/2005/8/quickstyle/3d1" qsCatId="3D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B2662855-11E8-4EBC-98E8-E5FE15BB8444}">
      <dgm:prSet phldrT="[Text]" custT="1"/>
      <dgm:spPr/>
      <dgm:t>
        <a:bodyPr/>
        <a:lstStyle/>
        <a:p>
          <a:r>
            <a:rPr lang="en-US" sz="4400" b="1">
              <a:latin typeface="Baskerville Old Face" panose="02020602080505020303" pitchFamily="18" charset="0"/>
            </a:rPr>
            <a:t>Employee Demographics</a:t>
          </a:r>
        </a:p>
      </dgm:t>
    </dgm:pt>
    <dgm:pt modelId="{B02DA70A-F6E1-4FE1-BBCD-8052148237BF}" type="parTrans" cxnId="{6E5EF466-D5D0-4141-8529-F638D4976739}">
      <dgm:prSet/>
      <dgm:spPr/>
      <dgm:t>
        <a:bodyPr/>
        <a:lstStyle/>
        <a:p>
          <a:endParaRPr lang="en-US" sz="2400"/>
        </a:p>
      </dgm:t>
    </dgm:pt>
    <dgm:pt modelId="{DE42B400-D0D5-48F3-BCFA-18A44D35E48A}" type="sibTrans" cxnId="{6E5EF466-D5D0-4141-8529-F638D4976739}">
      <dgm:prSet/>
      <dgm:spPr/>
      <dgm:t>
        <a:bodyPr/>
        <a:lstStyle/>
        <a:p>
          <a:endParaRPr lang="en-US" sz="2400"/>
        </a:p>
      </dgm:t>
    </dgm:pt>
    <dgm:pt modelId="{A42F8219-5E3F-457A-9161-030511214012}">
      <dgm:prSet phldrT="[Text]" custT="1"/>
      <dgm:spPr>
        <a:solidFill>
          <a:schemeClr val="bg2"/>
        </a:solidFill>
      </dgm:spPr>
      <dgm:t>
        <a:bodyPr/>
        <a:lstStyle/>
        <a:p>
          <a:r>
            <a:rPr lang="en-US" sz="2400" b="0">
              <a:solidFill>
                <a:schemeClr val="tx2">
                  <a:lumMod val="50000"/>
                </a:schemeClr>
              </a:solidFill>
              <a:latin typeface="Berlin Sans FB" panose="020E0602020502020306" pitchFamily="34" charset="0"/>
            </a:rPr>
            <a:t># No. of employees</a:t>
          </a:r>
        </a:p>
      </dgm:t>
    </dgm:pt>
    <dgm:pt modelId="{268D18B3-A1A8-4A26-9885-A573BE2096ED}" type="parTrans" cxnId="{5FD62D2F-F15B-4D82-9B0D-901282A1254F}">
      <dgm:prSet/>
      <dgm:spPr/>
      <dgm:t>
        <a:bodyPr/>
        <a:lstStyle/>
        <a:p>
          <a:endParaRPr lang="en-US" sz="2400"/>
        </a:p>
      </dgm:t>
    </dgm:pt>
    <dgm:pt modelId="{0038FDCA-BED7-4339-9569-25F52D160ED7}" type="sibTrans" cxnId="{5FD62D2F-F15B-4D82-9B0D-901282A1254F}">
      <dgm:prSet/>
      <dgm:spPr/>
      <dgm:t>
        <a:bodyPr/>
        <a:lstStyle/>
        <a:p>
          <a:endParaRPr lang="en-US" sz="2400"/>
        </a:p>
      </dgm:t>
    </dgm:pt>
    <dgm:pt modelId="{05D6585A-5C80-437A-91B1-D34A68B69FF8}">
      <dgm:prSet phldrT="[Text]" custT="1"/>
      <dgm:spPr>
        <a:solidFill>
          <a:schemeClr val="bg2"/>
        </a:solidFill>
      </dgm:spPr>
      <dgm:t>
        <a:bodyPr/>
        <a:lstStyle/>
        <a:p>
          <a:pPr rtl="0"/>
          <a:r>
            <a:rPr lang="en-US" sz="2400" b="0">
              <a:solidFill>
                <a:schemeClr val="tx2">
                  <a:lumMod val="50000"/>
                </a:schemeClr>
              </a:solidFill>
              <a:latin typeface="Berlin Sans FB" panose="020E0602020502020306" pitchFamily="34" charset="0"/>
            </a:rPr>
            <a:t>% </a:t>
          </a:r>
          <a:r>
            <a:rPr lang="en-US" sz="2400" b="0">
              <a:solidFill>
                <a:schemeClr val="tx2">
                  <a:lumMod val="50000"/>
                </a:schemeClr>
              </a:solidFill>
              <a:latin typeface="Berlin Sans FB" panose="020E0602020502020306" pitchFamily="34" charset="0"/>
              <a:ea typeface="Calibri"/>
              <a:cs typeface="Calibri"/>
            </a:rPr>
            <a:t>Employee per</a:t>
          </a:r>
          <a:r>
            <a:rPr lang="en-US" sz="2400" b="0">
              <a:solidFill>
                <a:schemeClr val="tx2">
                  <a:lumMod val="50000"/>
                </a:schemeClr>
              </a:solidFill>
              <a:latin typeface="Berlin Sans FB" panose="020E0602020502020306" pitchFamily="34" charset="0"/>
            </a:rPr>
            <a:t> Education Level </a:t>
          </a:r>
        </a:p>
      </dgm:t>
    </dgm:pt>
    <dgm:pt modelId="{89418E35-7ED2-427C-905A-264C125BDE34}" type="parTrans" cxnId="{32D4747A-5278-4121-B0F5-1C2387EC9AD5}">
      <dgm:prSet/>
      <dgm:spPr/>
      <dgm:t>
        <a:bodyPr/>
        <a:lstStyle/>
        <a:p>
          <a:endParaRPr lang="en-US" sz="2400"/>
        </a:p>
      </dgm:t>
    </dgm:pt>
    <dgm:pt modelId="{4111EC57-6A62-45E6-9083-F9ADCCCDCD7A}" type="sibTrans" cxnId="{32D4747A-5278-4121-B0F5-1C2387EC9AD5}">
      <dgm:prSet/>
      <dgm:spPr/>
      <dgm:t>
        <a:bodyPr/>
        <a:lstStyle/>
        <a:p>
          <a:endParaRPr lang="en-US" sz="2400"/>
        </a:p>
      </dgm:t>
    </dgm:pt>
    <dgm:pt modelId="{932A8399-DF54-4EED-A81A-7F185D1C3685}">
      <dgm:prSet phldrT="[Text]" custT="1"/>
      <dgm:spPr>
        <a:solidFill>
          <a:schemeClr val="bg2"/>
        </a:solidFill>
      </dgm:spPr>
      <dgm:t>
        <a:bodyPr/>
        <a:lstStyle/>
        <a:p>
          <a:pPr rtl="0"/>
          <a:r>
            <a:rPr lang="en-US" sz="2400" b="0">
              <a:solidFill>
                <a:schemeClr val="tx2">
                  <a:lumMod val="50000"/>
                </a:schemeClr>
              </a:solidFill>
              <a:latin typeface="Berlin Sans FB" panose="020E0602020502020306" pitchFamily="34" charset="0"/>
            </a:rPr>
            <a:t>% Age Groups</a:t>
          </a:r>
        </a:p>
      </dgm:t>
    </dgm:pt>
    <dgm:pt modelId="{1FA205B5-8E39-43C5-AA4A-60F41697F78F}" type="parTrans" cxnId="{31A6D2A6-BC50-41B4-8532-8DCF12BBE006}">
      <dgm:prSet/>
      <dgm:spPr/>
      <dgm:t>
        <a:bodyPr/>
        <a:lstStyle/>
        <a:p>
          <a:endParaRPr lang="en-US" sz="2400"/>
        </a:p>
      </dgm:t>
    </dgm:pt>
    <dgm:pt modelId="{8E9D2EDE-4FCF-4B6C-BAFA-BA7A862CF80B}" type="sibTrans" cxnId="{31A6D2A6-BC50-41B4-8532-8DCF12BBE006}">
      <dgm:prSet/>
      <dgm:spPr/>
      <dgm:t>
        <a:bodyPr/>
        <a:lstStyle/>
        <a:p>
          <a:endParaRPr lang="en-US" sz="2400"/>
        </a:p>
      </dgm:t>
    </dgm:pt>
    <dgm:pt modelId="{EE3C0A27-EABC-482C-B323-C51D30F3C676}">
      <dgm:prSet phldrT="[Text]" custT="1"/>
      <dgm:spPr>
        <a:solidFill>
          <a:schemeClr val="bg2"/>
        </a:solidFill>
      </dgm:spPr>
      <dgm:t>
        <a:bodyPr/>
        <a:lstStyle/>
        <a:p>
          <a:r>
            <a:rPr lang="en-US" sz="2400" b="0">
              <a:solidFill>
                <a:schemeClr val="tx2">
                  <a:lumMod val="50000"/>
                </a:schemeClr>
              </a:solidFill>
              <a:latin typeface="Berlin Sans FB" panose="020E0602020502020306" pitchFamily="34" charset="0"/>
            </a:rPr>
            <a:t>Gender Distribution </a:t>
          </a:r>
        </a:p>
      </dgm:t>
    </dgm:pt>
    <dgm:pt modelId="{FB5B93ED-41CB-4C9D-9079-107AAE997EB8}" type="parTrans" cxnId="{12AA621F-424D-4765-A1D9-CEE0435FD5E9}">
      <dgm:prSet/>
      <dgm:spPr/>
      <dgm:t>
        <a:bodyPr/>
        <a:lstStyle/>
        <a:p>
          <a:endParaRPr lang="en-US" sz="2400"/>
        </a:p>
      </dgm:t>
    </dgm:pt>
    <dgm:pt modelId="{A0F6CBAE-6822-456E-AF5F-FBFD927B1AF7}" type="sibTrans" cxnId="{12AA621F-424D-4765-A1D9-CEE0435FD5E9}">
      <dgm:prSet/>
      <dgm:spPr/>
      <dgm:t>
        <a:bodyPr/>
        <a:lstStyle/>
        <a:p>
          <a:endParaRPr lang="en-US" sz="2400"/>
        </a:p>
      </dgm:t>
    </dgm:pt>
    <dgm:pt modelId="{382E1C6F-FB25-4E3F-BB82-5A4271F794AD}">
      <dgm:prSet custT="1"/>
      <dgm:spPr>
        <a:solidFill>
          <a:schemeClr val="bg2"/>
        </a:solidFill>
      </dgm:spPr>
      <dgm:t>
        <a:bodyPr/>
        <a:lstStyle/>
        <a:p>
          <a:pPr rtl="0"/>
          <a:r>
            <a:rPr lang="en-US" sz="2400" b="0">
              <a:solidFill>
                <a:schemeClr val="tx2">
                  <a:lumMod val="50000"/>
                </a:schemeClr>
              </a:solidFill>
              <a:latin typeface="Berlin Sans FB" panose="020E0602020502020306" pitchFamily="34" charset="0"/>
            </a:rPr>
            <a:t>% Employee per department</a:t>
          </a:r>
        </a:p>
      </dgm:t>
    </dgm:pt>
    <dgm:pt modelId="{2668CA6C-71A4-494F-88B2-6076147D8CC2}" type="parTrans" cxnId="{2A5D529F-749D-4953-84A8-3A73EB9B7727}">
      <dgm:prSet/>
      <dgm:spPr/>
      <dgm:t>
        <a:bodyPr/>
        <a:lstStyle/>
        <a:p>
          <a:endParaRPr lang="en-US" sz="2400"/>
        </a:p>
      </dgm:t>
    </dgm:pt>
    <dgm:pt modelId="{9FE0F106-F6B0-446B-8586-A7DBF82AF582}" type="sibTrans" cxnId="{2A5D529F-749D-4953-84A8-3A73EB9B7727}">
      <dgm:prSet/>
      <dgm:spPr/>
      <dgm:t>
        <a:bodyPr/>
        <a:lstStyle/>
        <a:p>
          <a:endParaRPr lang="en-US" sz="2400"/>
        </a:p>
      </dgm:t>
    </dgm:pt>
    <dgm:pt modelId="{2E1FFDD4-8771-4AEE-A83F-6BD376FEB6E8}">
      <dgm:prSet custT="1"/>
      <dgm:spPr>
        <a:solidFill>
          <a:schemeClr val="bg2"/>
        </a:solidFill>
      </dgm:spPr>
      <dgm:t>
        <a:bodyPr/>
        <a:lstStyle/>
        <a:p>
          <a:r>
            <a:rPr lang="en-US" sz="2400" b="0">
              <a:solidFill>
                <a:schemeClr val="tx2">
                  <a:lumMod val="50000"/>
                </a:schemeClr>
              </a:solidFill>
              <a:latin typeface="Berlin Sans FB" panose="020E0602020502020306" pitchFamily="34" charset="0"/>
            </a:rPr>
            <a:t>Average years at company by job role</a:t>
          </a:r>
        </a:p>
      </dgm:t>
    </dgm:pt>
    <dgm:pt modelId="{F7FC9307-0933-4642-8149-EDB0FDBBCD4D}" type="parTrans" cxnId="{20CAE60E-C28E-4EB6-B5DE-BA8E451479CA}">
      <dgm:prSet/>
      <dgm:spPr/>
      <dgm:t>
        <a:bodyPr/>
        <a:lstStyle/>
        <a:p>
          <a:endParaRPr lang="en-US" sz="2400"/>
        </a:p>
      </dgm:t>
    </dgm:pt>
    <dgm:pt modelId="{700142A2-BD93-488C-B53C-D41E12767C46}" type="sibTrans" cxnId="{20CAE60E-C28E-4EB6-B5DE-BA8E451479CA}">
      <dgm:prSet/>
      <dgm:spPr/>
      <dgm:t>
        <a:bodyPr/>
        <a:lstStyle/>
        <a:p>
          <a:endParaRPr lang="en-US" sz="2400"/>
        </a:p>
      </dgm:t>
    </dgm:pt>
    <dgm:pt modelId="{99395D1A-C6A5-4148-8B40-31F47CF55FBD}">
      <dgm:prSet custT="1"/>
      <dgm:spPr>
        <a:solidFill>
          <a:schemeClr val="bg2"/>
        </a:solidFill>
      </dgm:spPr>
      <dgm:t>
        <a:bodyPr/>
        <a:lstStyle/>
        <a:p>
          <a:pPr rtl="0"/>
          <a:r>
            <a:rPr lang="en-US" sz="2400" b="0">
              <a:solidFill>
                <a:schemeClr val="tx2">
                  <a:lumMod val="50000"/>
                </a:schemeClr>
              </a:solidFill>
              <a:latin typeface="Berlin Sans FB" panose="020E0602020502020306" pitchFamily="34" charset="0"/>
            </a:rPr>
            <a:t>No. of performance ratings per employees</a:t>
          </a:r>
        </a:p>
      </dgm:t>
    </dgm:pt>
    <dgm:pt modelId="{9CBC52F1-1198-47EC-A8FD-8193B80E4ED2}" type="parTrans" cxnId="{14439F4A-3882-47E6-A696-4D52AC1F15D9}">
      <dgm:prSet/>
      <dgm:spPr/>
      <dgm:t>
        <a:bodyPr/>
        <a:lstStyle/>
        <a:p>
          <a:endParaRPr lang="en-US" sz="2400"/>
        </a:p>
      </dgm:t>
    </dgm:pt>
    <dgm:pt modelId="{0F447CAA-B747-428A-9BE6-B3EC1CD26A26}" type="sibTrans" cxnId="{14439F4A-3882-47E6-A696-4D52AC1F15D9}">
      <dgm:prSet/>
      <dgm:spPr/>
      <dgm:t>
        <a:bodyPr/>
        <a:lstStyle/>
        <a:p>
          <a:endParaRPr lang="en-US" sz="2400"/>
        </a:p>
      </dgm:t>
    </dgm:pt>
    <dgm:pt modelId="{1AF3EAF1-FB48-437A-895D-F1D4884ED2D4}" type="pres">
      <dgm:prSet presAssocID="{B84E1F60-CFA2-4318-8A67-C29EC6941B13}" presName="composite" presStyleCnt="0">
        <dgm:presLayoutVars>
          <dgm:chMax val="1"/>
          <dgm:dir/>
          <dgm:resizeHandles val="exact"/>
        </dgm:presLayoutVars>
      </dgm:prSet>
      <dgm:spPr/>
    </dgm:pt>
    <dgm:pt modelId="{6640765A-BEB5-464F-B4FD-3B20DB38F592}" type="pres">
      <dgm:prSet presAssocID="{B84E1F60-CFA2-4318-8A67-C29EC6941B13}" presName="radial" presStyleCnt="0">
        <dgm:presLayoutVars>
          <dgm:animLvl val="ctr"/>
        </dgm:presLayoutVars>
      </dgm:prSet>
      <dgm:spPr/>
    </dgm:pt>
    <dgm:pt modelId="{EDDC8082-B53D-4851-9D46-9FA55BC41BFE}" type="pres">
      <dgm:prSet presAssocID="{B2662855-11E8-4EBC-98E8-E5FE15BB8444}" presName="centerShape" presStyleLbl="vennNode1" presStyleIdx="0" presStyleCnt="8" custScaleX="112757" custScaleY="104445"/>
      <dgm:spPr/>
    </dgm:pt>
    <dgm:pt modelId="{45017733-E23C-42A4-A139-9D4E0183A5E1}" type="pres">
      <dgm:prSet presAssocID="{A42F8219-5E3F-457A-9161-030511214012}" presName="node" presStyleLbl="vennNode1" presStyleIdx="1" presStyleCnt="8" custScaleX="115235" custRadScaleRad="94248">
        <dgm:presLayoutVars>
          <dgm:bulletEnabled val="1"/>
        </dgm:presLayoutVars>
      </dgm:prSet>
      <dgm:spPr/>
    </dgm:pt>
    <dgm:pt modelId="{D2480C6B-CBD3-4B29-BB64-927AF5A2AB70}" type="pres">
      <dgm:prSet presAssocID="{2E1FFDD4-8771-4AEE-A83F-6BD376FEB6E8}" presName="node" presStyleLbl="vennNode1" presStyleIdx="2" presStyleCnt="8" custScaleX="115235" custRadScaleRad="106713" custRadScaleInc="8958">
        <dgm:presLayoutVars>
          <dgm:bulletEnabled val="1"/>
        </dgm:presLayoutVars>
      </dgm:prSet>
      <dgm:spPr/>
    </dgm:pt>
    <dgm:pt modelId="{80726A02-D5D9-481D-849A-7646C7A5D4FA}" type="pres">
      <dgm:prSet presAssocID="{382E1C6F-FB25-4E3F-BB82-5A4271F794AD}" presName="node" presStyleLbl="vennNode1" presStyleIdx="3" presStyleCnt="8" custScaleX="115235" custRadScaleRad="109524" custRadScaleInc="-4982">
        <dgm:presLayoutVars>
          <dgm:bulletEnabled val="1"/>
        </dgm:presLayoutVars>
      </dgm:prSet>
      <dgm:spPr/>
    </dgm:pt>
    <dgm:pt modelId="{264AB4E5-F880-457E-92A1-E2DF0AE27656}" type="pres">
      <dgm:prSet presAssocID="{99395D1A-C6A5-4148-8B40-31F47CF55FBD}" presName="node" presStyleLbl="vennNode1" presStyleIdx="4" presStyleCnt="8" custScaleX="124452" custRadScaleRad="110644" custRadScaleInc="-14476">
        <dgm:presLayoutVars>
          <dgm:bulletEnabled val="1"/>
        </dgm:presLayoutVars>
      </dgm:prSet>
      <dgm:spPr/>
    </dgm:pt>
    <dgm:pt modelId="{7916A087-CC9F-4CF5-A69B-FDC09E5287DE}" type="pres">
      <dgm:prSet presAssocID="{05D6585A-5C80-437A-91B1-D34A68B69FF8}" presName="node" presStyleLbl="vennNode1" presStyleIdx="5" presStyleCnt="8" custScaleX="131762" custScaleY="99411" custRadScaleRad="103411" custRadScaleInc="932">
        <dgm:presLayoutVars>
          <dgm:bulletEnabled val="1"/>
        </dgm:presLayoutVars>
      </dgm:prSet>
      <dgm:spPr/>
    </dgm:pt>
    <dgm:pt modelId="{26BB7AF3-077C-462E-9F37-031B86D423E8}" type="pres">
      <dgm:prSet presAssocID="{932A8399-DF54-4EED-A81A-7F185D1C3685}" presName="node" presStyleLbl="vennNode1" presStyleIdx="6" presStyleCnt="8" custScaleX="115235" custRadScaleRad="109689" custRadScaleInc="1777">
        <dgm:presLayoutVars>
          <dgm:bulletEnabled val="1"/>
        </dgm:presLayoutVars>
      </dgm:prSet>
      <dgm:spPr/>
    </dgm:pt>
    <dgm:pt modelId="{3278C7B7-76BB-4E46-BFFF-FBCF59986220}" type="pres">
      <dgm:prSet presAssocID="{EE3C0A27-EABC-482C-B323-C51D30F3C676}" presName="node" presStyleLbl="vennNode1" presStyleIdx="7" presStyleCnt="8" custScaleX="115235" custRadScaleRad="104486" custRadScaleInc="-7369">
        <dgm:presLayoutVars>
          <dgm:bulletEnabled val="1"/>
        </dgm:presLayoutVars>
      </dgm:prSet>
      <dgm:spPr/>
    </dgm:pt>
  </dgm:ptLst>
  <dgm:cxnLst>
    <dgm:cxn modelId="{20CAE60E-C28E-4EB6-B5DE-BA8E451479CA}" srcId="{B2662855-11E8-4EBC-98E8-E5FE15BB8444}" destId="{2E1FFDD4-8771-4AEE-A83F-6BD376FEB6E8}" srcOrd="1" destOrd="0" parTransId="{F7FC9307-0933-4642-8149-EDB0FDBBCD4D}" sibTransId="{700142A2-BD93-488C-B53C-D41E12767C46}"/>
    <dgm:cxn modelId="{5CA1481C-4E59-4207-AA5C-4FE2488E485E}" type="presOf" srcId="{EE3C0A27-EABC-482C-B323-C51D30F3C676}" destId="{3278C7B7-76BB-4E46-BFFF-FBCF59986220}" srcOrd="0" destOrd="0" presId="urn:microsoft.com/office/officeart/2005/8/layout/radial3"/>
    <dgm:cxn modelId="{480D2A1F-247C-4318-91B4-59DDB920D5E3}" type="presOf" srcId="{B2662855-11E8-4EBC-98E8-E5FE15BB8444}" destId="{EDDC8082-B53D-4851-9D46-9FA55BC41BFE}" srcOrd="0" destOrd="0" presId="urn:microsoft.com/office/officeart/2005/8/layout/radial3"/>
    <dgm:cxn modelId="{12AA621F-424D-4765-A1D9-CEE0435FD5E9}" srcId="{B2662855-11E8-4EBC-98E8-E5FE15BB8444}" destId="{EE3C0A27-EABC-482C-B323-C51D30F3C676}" srcOrd="6" destOrd="0" parTransId="{FB5B93ED-41CB-4C9D-9079-107AAE997EB8}" sibTransId="{A0F6CBAE-6822-456E-AF5F-FBFD927B1AF7}"/>
    <dgm:cxn modelId="{5FD62D2F-F15B-4D82-9B0D-901282A1254F}" srcId="{B2662855-11E8-4EBC-98E8-E5FE15BB8444}" destId="{A42F8219-5E3F-457A-9161-030511214012}" srcOrd="0" destOrd="0" parTransId="{268D18B3-A1A8-4A26-9885-A573BE2096ED}" sibTransId="{0038FDCA-BED7-4339-9569-25F52D160ED7}"/>
    <dgm:cxn modelId="{A7C4B036-822A-4F58-B865-EAAB99304C7E}" type="presOf" srcId="{B84E1F60-CFA2-4318-8A67-C29EC6941B13}" destId="{1AF3EAF1-FB48-437A-895D-F1D4884ED2D4}" srcOrd="0" destOrd="0" presId="urn:microsoft.com/office/officeart/2005/8/layout/radial3"/>
    <dgm:cxn modelId="{6E5EF466-D5D0-4141-8529-F638D4976739}" srcId="{B84E1F60-CFA2-4318-8A67-C29EC6941B13}" destId="{B2662855-11E8-4EBC-98E8-E5FE15BB8444}" srcOrd="0" destOrd="0" parTransId="{B02DA70A-F6E1-4FE1-BBCD-8052148237BF}" sibTransId="{DE42B400-D0D5-48F3-BCFA-18A44D35E48A}"/>
    <dgm:cxn modelId="{14439F4A-3882-47E6-A696-4D52AC1F15D9}" srcId="{B2662855-11E8-4EBC-98E8-E5FE15BB8444}" destId="{99395D1A-C6A5-4148-8B40-31F47CF55FBD}" srcOrd="3" destOrd="0" parTransId="{9CBC52F1-1198-47EC-A8FD-8193B80E4ED2}" sibTransId="{0F447CAA-B747-428A-9BE6-B3EC1CD26A26}"/>
    <dgm:cxn modelId="{32D4747A-5278-4121-B0F5-1C2387EC9AD5}" srcId="{B2662855-11E8-4EBC-98E8-E5FE15BB8444}" destId="{05D6585A-5C80-437A-91B1-D34A68B69FF8}" srcOrd="4" destOrd="0" parTransId="{89418E35-7ED2-427C-905A-264C125BDE34}" sibTransId="{4111EC57-6A62-45E6-9083-F9ADCCCDCD7A}"/>
    <dgm:cxn modelId="{19A79786-9A53-420D-A2EB-A06395310E24}" type="presOf" srcId="{05D6585A-5C80-437A-91B1-D34A68B69FF8}" destId="{7916A087-CC9F-4CF5-A69B-FDC09E5287DE}" srcOrd="0" destOrd="0" presId="urn:microsoft.com/office/officeart/2005/8/layout/radial3"/>
    <dgm:cxn modelId="{9D9CFE8B-5306-4574-AAF6-E8E26B1A24EC}" type="presOf" srcId="{2E1FFDD4-8771-4AEE-A83F-6BD376FEB6E8}" destId="{D2480C6B-CBD3-4B29-BB64-927AF5A2AB70}" srcOrd="0" destOrd="0" presId="urn:microsoft.com/office/officeart/2005/8/layout/radial3"/>
    <dgm:cxn modelId="{2A5D529F-749D-4953-84A8-3A73EB9B7727}" srcId="{B2662855-11E8-4EBC-98E8-E5FE15BB8444}" destId="{382E1C6F-FB25-4E3F-BB82-5A4271F794AD}" srcOrd="2" destOrd="0" parTransId="{2668CA6C-71A4-494F-88B2-6076147D8CC2}" sibTransId="{9FE0F106-F6B0-446B-8586-A7DBF82AF582}"/>
    <dgm:cxn modelId="{31A6D2A6-BC50-41B4-8532-8DCF12BBE006}" srcId="{B2662855-11E8-4EBC-98E8-E5FE15BB8444}" destId="{932A8399-DF54-4EED-A81A-7F185D1C3685}" srcOrd="5" destOrd="0" parTransId="{1FA205B5-8E39-43C5-AA4A-60F41697F78F}" sibTransId="{8E9D2EDE-4FCF-4B6C-BAFA-BA7A862CF80B}"/>
    <dgm:cxn modelId="{7F68A5B2-C52A-4B27-BE7C-19F1ED393ED8}" type="presOf" srcId="{99395D1A-C6A5-4148-8B40-31F47CF55FBD}" destId="{264AB4E5-F880-457E-92A1-E2DF0AE27656}" srcOrd="0" destOrd="0" presId="urn:microsoft.com/office/officeart/2005/8/layout/radial3"/>
    <dgm:cxn modelId="{CF3EC9C0-062E-4A39-861C-FC1117CF9116}" type="presOf" srcId="{932A8399-DF54-4EED-A81A-7F185D1C3685}" destId="{26BB7AF3-077C-462E-9F37-031B86D423E8}" srcOrd="0" destOrd="0" presId="urn:microsoft.com/office/officeart/2005/8/layout/radial3"/>
    <dgm:cxn modelId="{8E0936E7-F4D3-4E32-8976-D9DEAE296C88}" type="presOf" srcId="{A42F8219-5E3F-457A-9161-030511214012}" destId="{45017733-E23C-42A4-A139-9D4E0183A5E1}" srcOrd="0" destOrd="0" presId="urn:microsoft.com/office/officeart/2005/8/layout/radial3"/>
    <dgm:cxn modelId="{69CFE6FA-5AEC-4C96-92A7-D67FC32AEF60}" type="presOf" srcId="{382E1C6F-FB25-4E3F-BB82-5A4271F794AD}" destId="{80726A02-D5D9-481D-849A-7646C7A5D4FA}" srcOrd="0" destOrd="0" presId="urn:microsoft.com/office/officeart/2005/8/layout/radial3"/>
    <dgm:cxn modelId="{AD858EE2-BED7-4A21-B019-DDE117E80EBD}" type="presParOf" srcId="{1AF3EAF1-FB48-437A-895D-F1D4884ED2D4}" destId="{6640765A-BEB5-464F-B4FD-3B20DB38F592}" srcOrd="0" destOrd="0" presId="urn:microsoft.com/office/officeart/2005/8/layout/radial3"/>
    <dgm:cxn modelId="{D717018E-6968-4D38-981B-24EFFA62B05E}" type="presParOf" srcId="{6640765A-BEB5-464F-B4FD-3B20DB38F592}" destId="{EDDC8082-B53D-4851-9D46-9FA55BC41BFE}" srcOrd="0" destOrd="0" presId="urn:microsoft.com/office/officeart/2005/8/layout/radial3"/>
    <dgm:cxn modelId="{701E0B6D-1740-4CBD-861A-5BBB38EF2F5B}" type="presParOf" srcId="{6640765A-BEB5-464F-B4FD-3B20DB38F592}" destId="{45017733-E23C-42A4-A139-9D4E0183A5E1}" srcOrd="1" destOrd="0" presId="urn:microsoft.com/office/officeart/2005/8/layout/radial3"/>
    <dgm:cxn modelId="{76C32CC7-1555-47B0-BB2E-01159F632F5C}" type="presParOf" srcId="{6640765A-BEB5-464F-B4FD-3B20DB38F592}" destId="{D2480C6B-CBD3-4B29-BB64-927AF5A2AB70}" srcOrd="2" destOrd="0" presId="urn:microsoft.com/office/officeart/2005/8/layout/radial3"/>
    <dgm:cxn modelId="{A8B7DFA8-826B-4878-A35B-6ABF1C43C887}" type="presParOf" srcId="{6640765A-BEB5-464F-B4FD-3B20DB38F592}" destId="{80726A02-D5D9-481D-849A-7646C7A5D4FA}" srcOrd="3" destOrd="0" presId="urn:microsoft.com/office/officeart/2005/8/layout/radial3"/>
    <dgm:cxn modelId="{DD94D74A-4939-476E-B586-5D1684512DB6}" type="presParOf" srcId="{6640765A-BEB5-464F-B4FD-3B20DB38F592}" destId="{264AB4E5-F880-457E-92A1-E2DF0AE27656}" srcOrd="4" destOrd="0" presId="urn:microsoft.com/office/officeart/2005/8/layout/radial3"/>
    <dgm:cxn modelId="{B1C22641-E07F-4FB6-BA5D-C9800DBBC1BC}" type="presParOf" srcId="{6640765A-BEB5-464F-B4FD-3B20DB38F592}" destId="{7916A087-CC9F-4CF5-A69B-FDC09E5287DE}" srcOrd="5" destOrd="0" presId="urn:microsoft.com/office/officeart/2005/8/layout/radial3"/>
    <dgm:cxn modelId="{1CDF9B0F-A71D-4581-B194-C12D46AE058A}" type="presParOf" srcId="{6640765A-BEB5-464F-B4FD-3B20DB38F592}" destId="{26BB7AF3-077C-462E-9F37-031B86D423E8}" srcOrd="6" destOrd="0" presId="urn:microsoft.com/office/officeart/2005/8/layout/radial3"/>
    <dgm:cxn modelId="{EE7FB5F2-2E1D-4559-AB38-076565240C7C}" type="presParOf" srcId="{6640765A-BEB5-464F-B4FD-3B20DB38F592}" destId="{3278C7B7-76BB-4E46-BFFF-FBCF59986220}" srcOrd="7" destOrd="0" presId="urn:microsoft.com/office/officeart/2005/8/layout/radial3"/>
  </dgm:cxnLst>
  <dgm:bg>
    <a:effectLst>
      <a:glow rad="139700">
        <a:schemeClr val="accent1">
          <a:satMod val="175000"/>
          <a:alpha val="40000"/>
        </a:schemeClr>
      </a:glow>
    </a:effectLst>
  </dgm:bg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1C3D6EE-D638-4F13-AA95-E22FC92AE8CC}" type="doc">
      <dgm:prSet loTypeId="urn:microsoft.com/office/officeart/2008/layout/HalfCircleOrganizationChart" loCatId="hierarchy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C756CFC-5C9D-495D-B86F-7903DAD49BB5}">
      <dgm:prSet phldrT="[Text]" custT="1"/>
      <dgm:spPr/>
      <dgm:t>
        <a:bodyPr/>
        <a:lstStyle/>
        <a:p>
          <a:r>
            <a:rPr lang="en-US" sz="5400" b="1">
              <a:solidFill>
                <a:schemeClr val="tx2">
                  <a:lumMod val="7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Attrition</a:t>
          </a:r>
          <a:endParaRPr lang="en-US" sz="1800" b="1">
            <a:solidFill>
              <a:schemeClr val="tx2">
                <a:lumMod val="75000"/>
              </a:schemeClr>
            </a:solidFill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1399ED9D-3047-42ED-B0D6-C30B73B02286}" type="parTrans" cxnId="{C536C0F9-CD9E-4187-92B0-8CD05EF2347E}">
      <dgm:prSet/>
      <dgm:spPr/>
      <dgm:t>
        <a:bodyPr/>
        <a:lstStyle/>
        <a:p>
          <a:endParaRPr lang="en-US" sz="24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A3419EC5-7F48-4DD2-9E30-7FEAE6770018}" type="sibTrans" cxnId="{C536C0F9-CD9E-4187-92B0-8CD05EF2347E}">
      <dgm:prSet/>
      <dgm:spPr/>
      <dgm:t>
        <a:bodyPr/>
        <a:lstStyle/>
        <a:p>
          <a:endParaRPr lang="en-US" sz="24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4473C7C4-5CD3-44B7-8EF9-37EFDA13C182}">
      <dgm:prSet phldrT="[Text]" custT="1"/>
      <dgm:spPr/>
      <dgm:t>
        <a:bodyPr/>
        <a:lstStyle/>
        <a:p>
          <a:r>
            <a:rPr lang="en-US" sz="3200">
              <a:solidFill>
                <a:schemeClr val="accent1">
                  <a:lumMod val="75000"/>
                </a:schemeClr>
              </a:solidFill>
              <a:latin typeface="Andalus" panose="02020603050405020304" pitchFamily="18" charset="-78"/>
              <a:cs typeface="Andalus" panose="02020603050405020304" pitchFamily="18" charset="-78"/>
            </a:rPr>
            <a:t>Trends by </a:t>
          </a:r>
        </a:p>
      </dgm:t>
    </dgm:pt>
    <dgm:pt modelId="{468BCD56-B35F-46E8-BB29-DF8FA6E2D2DE}" type="parTrans" cxnId="{0B0E0EF6-73F8-4870-A14E-1D1C6CCE3A08}">
      <dgm:prSet/>
      <dgm:spPr/>
      <dgm:t>
        <a:bodyPr/>
        <a:lstStyle/>
        <a:p>
          <a:endParaRPr lang="en-US" sz="24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6B5B14D8-40B0-421A-B502-C7979935F2E3}" type="sibTrans" cxnId="{0B0E0EF6-73F8-4870-A14E-1D1C6CCE3A08}">
      <dgm:prSet/>
      <dgm:spPr/>
      <dgm:t>
        <a:bodyPr/>
        <a:lstStyle/>
        <a:p>
          <a:endParaRPr lang="en-US" sz="24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0042F55D-0250-4DC9-9355-69E7B605D094}">
      <dgm:prSet phldrT="[Text]" custT="1"/>
      <dgm:spPr/>
      <dgm:t>
        <a:bodyPr/>
        <a:lstStyle/>
        <a:p>
          <a:r>
            <a:rPr lang="en-US" sz="2800">
              <a:solidFill>
                <a:schemeClr val="accent1">
                  <a:lumMod val="75000"/>
                </a:schemeClr>
              </a:solidFill>
              <a:latin typeface="Andalus" panose="02020603050405020304" pitchFamily="18" charset="-78"/>
              <a:cs typeface="Andalus" panose="02020603050405020304" pitchFamily="18" charset="-78"/>
            </a:rPr>
            <a:t>Job Role</a:t>
          </a:r>
        </a:p>
      </dgm:t>
    </dgm:pt>
    <dgm:pt modelId="{08601F43-A399-470A-B219-55853ECF73C6}" type="parTrans" cxnId="{9E4371A9-4B3C-4FED-9CA3-9E147E330F06}">
      <dgm:prSet/>
      <dgm:spPr/>
      <dgm:t>
        <a:bodyPr/>
        <a:lstStyle/>
        <a:p>
          <a:endParaRPr lang="en-US" sz="24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3EF02E63-AD45-43EF-810D-E0482F3DB31D}" type="sibTrans" cxnId="{9E4371A9-4B3C-4FED-9CA3-9E147E330F06}">
      <dgm:prSet/>
      <dgm:spPr/>
      <dgm:t>
        <a:bodyPr/>
        <a:lstStyle/>
        <a:p>
          <a:endParaRPr lang="en-US" sz="24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60DF1309-865D-4F62-8313-99F9693BA08D}">
      <dgm:prSet phldrT="[Text]" custT="1"/>
      <dgm:spPr/>
      <dgm:t>
        <a:bodyPr/>
        <a:lstStyle/>
        <a:p>
          <a:r>
            <a:rPr lang="en-US" sz="2800">
              <a:solidFill>
                <a:schemeClr val="accent1">
                  <a:lumMod val="75000"/>
                </a:schemeClr>
              </a:solidFill>
              <a:latin typeface="Andalus" panose="02020603050405020304" pitchFamily="18" charset="-78"/>
              <a:cs typeface="Andalus" panose="02020603050405020304" pitchFamily="18" charset="-78"/>
            </a:rPr>
            <a:t>Department</a:t>
          </a:r>
        </a:p>
      </dgm:t>
    </dgm:pt>
    <dgm:pt modelId="{654A9EF1-E49C-447A-906E-A827BAC98528}" type="parTrans" cxnId="{8075F197-ADE3-414C-8B52-FAC1D8B69608}">
      <dgm:prSet/>
      <dgm:spPr/>
      <dgm:t>
        <a:bodyPr/>
        <a:lstStyle/>
        <a:p>
          <a:endParaRPr lang="en-US" sz="24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B4A0F46E-676B-4DAF-B8AF-4DF20AF2C5F6}" type="sibTrans" cxnId="{8075F197-ADE3-414C-8B52-FAC1D8B69608}">
      <dgm:prSet/>
      <dgm:spPr/>
      <dgm:t>
        <a:bodyPr/>
        <a:lstStyle/>
        <a:p>
          <a:endParaRPr lang="en-US" sz="24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33666AF8-2A1B-4949-8C7B-027E28C1B6C5}">
      <dgm:prSet phldrT="[Text]" custT="1"/>
      <dgm:spPr/>
      <dgm:t>
        <a:bodyPr/>
        <a:lstStyle/>
        <a:p>
          <a:r>
            <a:rPr lang="en-US" sz="3200">
              <a:solidFill>
                <a:schemeClr val="accent1">
                  <a:lumMod val="75000"/>
                </a:schemeClr>
              </a:solidFill>
              <a:latin typeface="Andalus" panose="02020603050405020304" pitchFamily="18" charset="-78"/>
              <a:cs typeface="Andalus" panose="02020603050405020304" pitchFamily="18" charset="-78"/>
            </a:rPr>
            <a:t>Impact of</a:t>
          </a:r>
        </a:p>
      </dgm:t>
    </dgm:pt>
    <dgm:pt modelId="{071A926D-C661-4736-9C5D-24566E1CE393}" type="parTrans" cxnId="{CE6A3E02-C298-431C-B156-4F5488FE7082}">
      <dgm:prSet/>
      <dgm:spPr/>
      <dgm:t>
        <a:bodyPr/>
        <a:lstStyle/>
        <a:p>
          <a:endParaRPr lang="en-US" sz="24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33322C12-14BC-4DA6-AB68-D2FA860E27AC}" type="sibTrans" cxnId="{CE6A3E02-C298-431C-B156-4F5488FE7082}">
      <dgm:prSet/>
      <dgm:spPr/>
      <dgm:t>
        <a:bodyPr/>
        <a:lstStyle/>
        <a:p>
          <a:endParaRPr lang="en-US" sz="24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211D46C2-1C0E-40F9-AEC5-AEA9E4D0014D}">
      <dgm:prSet phldrT="[Text]" custT="1"/>
      <dgm:spPr/>
      <dgm:t>
        <a:bodyPr/>
        <a:lstStyle/>
        <a:p>
          <a:r>
            <a:rPr lang="en-US" sz="2800">
              <a:solidFill>
                <a:schemeClr val="accent1">
                  <a:lumMod val="75000"/>
                </a:schemeClr>
              </a:solidFill>
              <a:latin typeface="Andalus" panose="02020603050405020304" pitchFamily="18" charset="-78"/>
              <a:cs typeface="Andalus" panose="02020603050405020304" pitchFamily="18" charset="-78"/>
            </a:rPr>
            <a:t>Years at Company</a:t>
          </a:r>
        </a:p>
      </dgm:t>
    </dgm:pt>
    <dgm:pt modelId="{CAD99822-8CD2-424A-A6FB-25BBDAA22235}" type="parTrans" cxnId="{88992E5F-758C-42CF-977A-1E7489CDC765}">
      <dgm:prSet/>
      <dgm:spPr/>
      <dgm:t>
        <a:bodyPr/>
        <a:lstStyle/>
        <a:p>
          <a:endParaRPr lang="en-US" sz="24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CCCB3572-F747-464A-8E48-C23C3A08C8D1}" type="sibTrans" cxnId="{88992E5F-758C-42CF-977A-1E7489CDC765}">
      <dgm:prSet/>
      <dgm:spPr/>
      <dgm:t>
        <a:bodyPr/>
        <a:lstStyle/>
        <a:p>
          <a:endParaRPr lang="en-US" sz="24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E42849A6-6F7C-4E6F-891D-FFE2F3F19AB5}">
      <dgm:prSet phldrT="[Text]" custT="1"/>
      <dgm:spPr/>
      <dgm:t>
        <a:bodyPr/>
        <a:lstStyle/>
        <a:p>
          <a:r>
            <a:rPr lang="en-US" sz="2800">
              <a:solidFill>
                <a:schemeClr val="accent1">
                  <a:lumMod val="75000"/>
                </a:schemeClr>
              </a:solidFill>
              <a:latin typeface="Andalus" panose="02020603050405020304" pitchFamily="18" charset="-78"/>
              <a:cs typeface="Andalus" panose="02020603050405020304" pitchFamily="18" charset="-78"/>
            </a:rPr>
            <a:t>Salary levels</a:t>
          </a:r>
        </a:p>
      </dgm:t>
    </dgm:pt>
    <dgm:pt modelId="{930AC837-C96D-4E58-89EE-E800B57E97A5}" type="parTrans" cxnId="{D4F91579-C080-4B01-A77B-9A69542283E5}">
      <dgm:prSet/>
      <dgm:spPr/>
      <dgm:t>
        <a:bodyPr/>
        <a:lstStyle/>
        <a:p>
          <a:endParaRPr lang="en-US" sz="24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A9169925-CB57-4807-9FAF-8F7604F8C29F}" type="sibTrans" cxnId="{D4F91579-C080-4B01-A77B-9A69542283E5}">
      <dgm:prSet/>
      <dgm:spPr/>
      <dgm:t>
        <a:bodyPr/>
        <a:lstStyle/>
        <a:p>
          <a:endParaRPr lang="en-US" sz="24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1F810DD9-2898-4409-97AF-13BC2DA719AC}">
      <dgm:prSet phldrT="[Text]" custT="1"/>
      <dgm:spPr/>
      <dgm:t>
        <a:bodyPr/>
        <a:lstStyle/>
        <a:p>
          <a:r>
            <a:rPr lang="en-US" sz="2800">
              <a:solidFill>
                <a:schemeClr val="accent1">
                  <a:lumMod val="75000"/>
                </a:schemeClr>
              </a:solidFill>
              <a:latin typeface="Andalus" panose="02020603050405020304" pitchFamily="18" charset="-78"/>
              <a:cs typeface="Andalus" panose="02020603050405020304" pitchFamily="18" charset="-78"/>
            </a:rPr>
            <a:t>Age group</a:t>
          </a:r>
        </a:p>
      </dgm:t>
    </dgm:pt>
    <dgm:pt modelId="{A0CC34EB-BA99-478E-BB6C-966270F5ADEA}" type="parTrans" cxnId="{6A4A58A4-B0ED-47B8-88BD-493D8003672C}">
      <dgm:prSet/>
      <dgm:spPr/>
      <dgm:t>
        <a:bodyPr/>
        <a:lstStyle/>
        <a:p>
          <a:endParaRPr lang="en-US" sz="24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482BBCC6-3416-4855-AE53-9FF0CE89DA3B}" type="sibTrans" cxnId="{6A4A58A4-B0ED-47B8-88BD-493D8003672C}">
      <dgm:prSet/>
      <dgm:spPr/>
      <dgm:t>
        <a:bodyPr/>
        <a:lstStyle/>
        <a:p>
          <a:endParaRPr lang="en-US" sz="24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5B2A4105-8EB6-4823-8251-499FF5921B26}">
      <dgm:prSet phldrT="[Text]" custT="1"/>
      <dgm:spPr/>
      <dgm:t>
        <a:bodyPr/>
        <a:lstStyle/>
        <a:p>
          <a:r>
            <a:rPr lang="en-US" sz="2800">
              <a:solidFill>
                <a:schemeClr val="accent1">
                  <a:lumMod val="75000"/>
                </a:schemeClr>
              </a:solidFill>
              <a:latin typeface="Andalus" panose="02020603050405020304" pitchFamily="18" charset="-78"/>
              <a:cs typeface="Andalus" panose="02020603050405020304" pitchFamily="18" charset="-78"/>
            </a:rPr>
            <a:t>Job satisfaction</a:t>
          </a:r>
        </a:p>
      </dgm:t>
    </dgm:pt>
    <dgm:pt modelId="{461C9C4B-A3BB-458F-8964-9EDF1F368BBF}" type="parTrans" cxnId="{56653EAB-A3B0-417D-B045-E4E03F47A8B4}">
      <dgm:prSet/>
      <dgm:spPr/>
      <dgm:t>
        <a:bodyPr/>
        <a:lstStyle/>
        <a:p>
          <a:endParaRPr lang="en-US" sz="24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58906317-77B9-4B7E-8C17-CE50CA38D991}" type="sibTrans" cxnId="{56653EAB-A3B0-417D-B045-E4E03F47A8B4}">
      <dgm:prSet/>
      <dgm:spPr/>
      <dgm:t>
        <a:bodyPr/>
        <a:lstStyle/>
        <a:p>
          <a:endParaRPr lang="en-US" sz="24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FA38710D-BAF1-477B-86B5-B0C742D9FC8B}">
      <dgm:prSet phldrT="[Text]" custT="1"/>
      <dgm:spPr/>
      <dgm:t>
        <a:bodyPr/>
        <a:lstStyle/>
        <a:p>
          <a:r>
            <a:rPr lang="en-US" sz="2800">
              <a:solidFill>
                <a:schemeClr val="accent1">
                  <a:lumMod val="75000"/>
                </a:schemeClr>
              </a:solidFill>
              <a:latin typeface="Andalus" panose="02020603050405020304" pitchFamily="18" charset="-78"/>
              <a:cs typeface="Andalus" panose="02020603050405020304" pitchFamily="18" charset="-78"/>
            </a:rPr>
            <a:t>Bonuses</a:t>
          </a:r>
        </a:p>
      </dgm:t>
    </dgm:pt>
    <dgm:pt modelId="{DEC6E542-151D-428A-979C-F0514E84E6E0}" type="parTrans" cxnId="{F0721768-1E2C-4184-AE3E-B118201B5E7F}">
      <dgm:prSet/>
      <dgm:spPr/>
      <dgm:t>
        <a:bodyPr/>
        <a:lstStyle/>
        <a:p>
          <a:endParaRPr lang="en-US" sz="24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A853B20B-EA69-416E-9FF4-5193370581DE}" type="sibTrans" cxnId="{F0721768-1E2C-4184-AE3E-B118201B5E7F}">
      <dgm:prSet/>
      <dgm:spPr/>
      <dgm:t>
        <a:bodyPr/>
        <a:lstStyle/>
        <a:p>
          <a:endParaRPr lang="en-US" sz="24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E792387E-EC07-4396-A037-188FD404BB16}">
      <dgm:prSet phldrT="[Text]" custT="1"/>
      <dgm:spPr/>
      <dgm:t>
        <a:bodyPr/>
        <a:lstStyle/>
        <a:p>
          <a:r>
            <a:rPr lang="en-US" sz="2800">
              <a:solidFill>
                <a:schemeClr val="accent1">
                  <a:lumMod val="75000"/>
                </a:schemeClr>
              </a:solidFill>
              <a:latin typeface="Andalus" panose="02020603050405020304" pitchFamily="18" charset="-78"/>
              <a:cs typeface="Andalus" panose="02020603050405020304" pitchFamily="18" charset="-78"/>
            </a:rPr>
            <a:t>Overtime</a:t>
          </a:r>
        </a:p>
      </dgm:t>
    </dgm:pt>
    <dgm:pt modelId="{7638FD29-6D87-446D-BFE4-2A64B2E1497C}" type="parTrans" cxnId="{DA43EABF-ABAE-455E-98E8-D35E70411054}">
      <dgm:prSet/>
      <dgm:spPr/>
      <dgm:t>
        <a:bodyPr/>
        <a:lstStyle/>
        <a:p>
          <a:endParaRPr lang="en-US" sz="24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2B80A79C-67EA-4A32-B9D8-8724BD157F53}" type="sibTrans" cxnId="{DA43EABF-ABAE-455E-98E8-D35E70411054}">
      <dgm:prSet/>
      <dgm:spPr/>
      <dgm:t>
        <a:bodyPr/>
        <a:lstStyle/>
        <a:p>
          <a:endParaRPr lang="en-US" sz="24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6973515F-E34B-4AF6-B533-5207A7DFE07A}">
      <dgm:prSet phldrT="[Text]" custT="1"/>
      <dgm:spPr/>
      <dgm:t>
        <a:bodyPr/>
        <a:lstStyle/>
        <a:p>
          <a:r>
            <a:rPr lang="en-US" sz="2800">
              <a:solidFill>
                <a:schemeClr val="accent1">
                  <a:lumMod val="75000"/>
                </a:schemeClr>
              </a:solidFill>
              <a:latin typeface="Andalus" panose="02020603050405020304" pitchFamily="18" charset="-78"/>
              <a:cs typeface="Andalus" panose="02020603050405020304" pitchFamily="18" charset="-78"/>
            </a:rPr>
            <a:t>Gender</a:t>
          </a:r>
        </a:p>
      </dgm:t>
    </dgm:pt>
    <dgm:pt modelId="{1454B604-AACD-40BA-9CAA-F08F2EC3410A}" type="sibTrans" cxnId="{47B2E65F-35E5-45F0-B6F2-27AFB14E22F3}">
      <dgm:prSet/>
      <dgm:spPr/>
      <dgm:t>
        <a:bodyPr/>
        <a:lstStyle/>
        <a:p>
          <a:endParaRPr lang="en-US" sz="24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AEE2FFC3-0BC8-4480-9305-71896167F92A}" type="parTrans" cxnId="{47B2E65F-35E5-45F0-B6F2-27AFB14E22F3}">
      <dgm:prSet/>
      <dgm:spPr/>
      <dgm:t>
        <a:bodyPr/>
        <a:lstStyle/>
        <a:p>
          <a:endParaRPr lang="en-US" sz="240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1F2EE2AC-41E9-41BA-A828-F13DC18BFA30}" type="pres">
      <dgm:prSet presAssocID="{B1C3D6EE-D638-4F13-AA95-E22FC92AE8CC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94A903C-13C8-4A46-B0B6-782A6D066F1F}" type="pres">
      <dgm:prSet presAssocID="{7C756CFC-5C9D-495D-B86F-7903DAD49BB5}" presName="hierRoot1" presStyleCnt="0">
        <dgm:presLayoutVars>
          <dgm:hierBranch val="init"/>
        </dgm:presLayoutVars>
      </dgm:prSet>
      <dgm:spPr/>
    </dgm:pt>
    <dgm:pt modelId="{D0C71682-2F4C-4E3E-95C9-98562CC522BF}" type="pres">
      <dgm:prSet presAssocID="{7C756CFC-5C9D-495D-B86F-7903DAD49BB5}" presName="rootComposite1" presStyleCnt="0"/>
      <dgm:spPr/>
    </dgm:pt>
    <dgm:pt modelId="{78BDC899-E0F3-43C9-A279-85A5AACABAF3}" type="pres">
      <dgm:prSet presAssocID="{7C756CFC-5C9D-495D-B86F-7903DAD49BB5}" presName="rootText1" presStyleLbl="alignAcc1" presStyleIdx="0" presStyleCnt="0" custScaleX="233285">
        <dgm:presLayoutVars>
          <dgm:chPref val="3"/>
        </dgm:presLayoutVars>
      </dgm:prSet>
      <dgm:spPr/>
    </dgm:pt>
    <dgm:pt modelId="{AC18D58C-21E3-46B6-95EE-DA46E1C7B1F2}" type="pres">
      <dgm:prSet presAssocID="{7C756CFC-5C9D-495D-B86F-7903DAD49BB5}" presName="topArc1" presStyleLbl="parChTrans1D1" presStyleIdx="0" presStyleCnt="24"/>
      <dgm:spPr/>
    </dgm:pt>
    <dgm:pt modelId="{6240B32D-3266-484A-A3EA-F7334F4530ED}" type="pres">
      <dgm:prSet presAssocID="{7C756CFC-5C9D-495D-B86F-7903DAD49BB5}" presName="bottomArc1" presStyleLbl="parChTrans1D1" presStyleIdx="1" presStyleCnt="24"/>
      <dgm:spPr/>
    </dgm:pt>
    <dgm:pt modelId="{1734BC66-6275-47B4-BA9C-304AF79CAFC3}" type="pres">
      <dgm:prSet presAssocID="{7C756CFC-5C9D-495D-B86F-7903DAD49BB5}" presName="topConnNode1" presStyleLbl="node1" presStyleIdx="0" presStyleCnt="0"/>
      <dgm:spPr/>
    </dgm:pt>
    <dgm:pt modelId="{FEF3E291-0EB2-4F70-85AC-0EB840751099}" type="pres">
      <dgm:prSet presAssocID="{7C756CFC-5C9D-495D-B86F-7903DAD49BB5}" presName="hierChild2" presStyleCnt="0"/>
      <dgm:spPr/>
    </dgm:pt>
    <dgm:pt modelId="{38DB08F9-A258-4169-85E8-1A0DDD0D9E6E}" type="pres">
      <dgm:prSet presAssocID="{468BCD56-B35F-46E8-BB29-DF8FA6E2D2DE}" presName="Name28" presStyleLbl="parChTrans1D2" presStyleIdx="0" presStyleCnt="2"/>
      <dgm:spPr/>
    </dgm:pt>
    <dgm:pt modelId="{C2850833-DAA7-482D-ABB3-F5E677CEECCF}" type="pres">
      <dgm:prSet presAssocID="{4473C7C4-5CD3-44B7-8EF9-37EFDA13C182}" presName="hierRoot2" presStyleCnt="0">
        <dgm:presLayoutVars>
          <dgm:hierBranch val="init"/>
        </dgm:presLayoutVars>
      </dgm:prSet>
      <dgm:spPr/>
    </dgm:pt>
    <dgm:pt modelId="{C8E5334F-BEEE-4AA7-9AC0-250B981539B4}" type="pres">
      <dgm:prSet presAssocID="{4473C7C4-5CD3-44B7-8EF9-37EFDA13C182}" presName="rootComposite2" presStyleCnt="0"/>
      <dgm:spPr/>
    </dgm:pt>
    <dgm:pt modelId="{B53DE281-BD62-4523-9AC6-B564A1121320}" type="pres">
      <dgm:prSet presAssocID="{4473C7C4-5CD3-44B7-8EF9-37EFDA13C182}" presName="rootText2" presStyleLbl="alignAcc1" presStyleIdx="0" presStyleCnt="0" custScaleX="188997" custScaleY="142639">
        <dgm:presLayoutVars>
          <dgm:chPref val="3"/>
        </dgm:presLayoutVars>
      </dgm:prSet>
      <dgm:spPr/>
    </dgm:pt>
    <dgm:pt modelId="{8367DD95-632A-43B1-8520-730A4383AD5B}" type="pres">
      <dgm:prSet presAssocID="{4473C7C4-5CD3-44B7-8EF9-37EFDA13C182}" presName="topArc2" presStyleLbl="parChTrans1D1" presStyleIdx="2" presStyleCnt="24"/>
      <dgm:spPr/>
    </dgm:pt>
    <dgm:pt modelId="{8DDAC3EE-AC96-4994-91B6-D479C9764ABF}" type="pres">
      <dgm:prSet presAssocID="{4473C7C4-5CD3-44B7-8EF9-37EFDA13C182}" presName="bottomArc2" presStyleLbl="parChTrans1D1" presStyleIdx="3" presStyleCnt="24"/>
      <dgm:spPr/>
    </dgm:pt>
    <dgm:pt modelId="{4CB9687B-E830-4542-9CF8-AF14EDFADAD6}" type="pres">
      <dgm:prSet presAssocID="{4473C7C4-5CD3-44B7-8EF9-37EFDA13C182}" presName="topConnNode2" presStyleLbl="node2" presStyleIdx="0" presStyleCnt="0"/>
      <dgm:spPr/>
    </dgm:pt>
    <dgm:pt modelId="{B167A618-C4BC-4E68-91D9-9EF3D729FD21}" type="pres">
      <dgm:prSet presAssocID="{4473C7C4-5CD3-44B7-8EF9-37EFDA13C182}" presName="hierChild4" presStyleCnt="0"/>
      <dgm:spPr/>
    </dgm:pt>
    <dgm:pt modelId="{44717FAB-C506-4B41-9965-074DD8402CBA}" type="pres">
      <dgm:prSet presAssocID="{08601F43-A399-470A-B219-55853ECF73C6}" presName="Name28" presStyleLbl="parChTrans1D3" presStyleIdx="0" presStyleCnt="9"/>
      <dgm:spPr/>
    </dgm:pt>
    <dgm:pt modelId="{1B7C5F72-2028-406F-8AEE-B15139AC7554}" type="pres">
      <dgm:prSet presAssocID="{0042F55D-0250-4DC9-9355-69E7B605D094}" presName="hierRoot2" presStyleCnt="0">
        <dgm:presLayoutVars>
          <dgm:hierBranch val="init"/>
        </dgm:presLayoutVars>
      </dgm:prSet>
      <dgm:spPr/>
    </dgm:pt>
    <dgm:pt modelId="{B728FA10-A805-427D-A4E3-6C88CBA4012D}" type="pres">
      <dgm:prSet presAssocID="{0042F55D-0250-4DC9-9355-69E7B605D094}" presName="rootComposite2" presStyleCnt="0"/>
      <dgm:spPr/>
    </dgm:pt>
    <dgm:pt modelId="{70415ABE-C67D-4B23-8CAD-414EA1F8F5C9}" type="pres">
      <dgm:prSet presAssocID="{0042F55D-0250-4DC9-9355-69E7B605D094}" presName="rootText2" presStyleLbl="alignAcc1" presStyleIdx="0" presStyleCnt="0" custScaleX="156590" custScaleY="137017">
        <dgm:presLayoutVars>
          <dgm:chPref val="3"/>
        </dgm:presLayoutVars>
      </dgm:prSet>
      <dgm:spPr/>
    </dgm:pt>
    <dgm:pt modelId="{FAD99ED3-A562-4EC8-9030-5B7C3EB44D60}" type="pres">
      <dgm:prSet presAssocID="{0042F55D-0250-4DC9-9355-69E7B605D094}" presName="topArc2" presStyleLbl="parChTrans1D1" presStyleIdx="4" presStyleCnt="24"/>
      <dgm:spPr/>
    </dgm:pt>
    <dgm:pt modelId="{19CB22CE-303C-4040-B940-2555EE36BD11}" type="pres">
      <dgm:prSet presAssocID="{0042F55D-0250-4DC9-9355-69E7B605D094}" presName="bottomArc2" presStyleLbl="parChTrans1D1" presStyleIdx="5" presStyleCnt="24"/>
      <dgm:spPr/>
    </dgm:pt>
    <dgm:pt modelId="{6B75507E-D677-47F2-A626-FCC2A5D80118}" type="pres">
      <dgm:prSet presAssocID="{0042F55D-0250-4DC9-9355-69E7B605D094}" presName="topConnNode2" presStyleLbl="node3" presStyleIdx="0" presStyleCnt="0"/>
      <dgm:spPr/>
    </dgm:pt>
    <dgm:pt modelId="{EB8CD763-FC52-4628-9E8E-E31A7DA75E7D}" type="pres">
      <dgm:prSet presAssocID="{0042F55D-0250-4DC9-9355-69E7B605D094}" presName="hierChild4" presStyleCnt="0"/>
      <dgm:spPr/>
    </dgm:pt>
    <dgm:pt modelId="{28AC6DF6-E1E5-4BAF-B3AC-D7C6F1B5F3AD}" type="pres">
      <dgm:prSet presAssocID="{0042F55D-0250-4DC9-9355-69E7B605D094}" presName="hierChild5" presStyleCnt="0"/>
      <dgm:spPr/>
    </dgm:pt>
    <dgm:pt modelId="{F5A9AF5B-EBA9-4724-886C-2666E8F3C8E5}" type="pres">
      <dgm:prSet presAssocID="{654A9EF1-E49C-447A-906E-A827BAC98528}" presName="Name28" presStyleLbl="parChTrans1D3" presStyleIdx="1" presStyleCnt="9"/>
      <dgm:spPr/>
    </dgm:pt>
    <dgm:pt modelId="{8EDA0C78-E4A1-4560-9D3C-4E6122C2EE7D}" type="pres">
      <dgm:prSet presAssocID="{60DF1309-865D-4F62-8313-99F9693BA08D}" presName="hierRoot2" presStyleCnt="0">
        <dgm:presLayoutVars>
          <dgm:hierBranch val="init"/>
        </dgm:presLayoutVars>
      </dgm:prSet>
      <dgm:spPr/>
    </dgm:pt>
    <dgm:pt modelId="{96246836-679E-409E-81A2-2F2589E2C7CA}" type="pres">
      <dgm:prSet presAssocID="{60DF1309-865D-4F62-8313-99F9693BA08D}" presName="rootComposite2" presStyleCnt="0"/>
      <dgm:spPr/>
    </dgm:pt>
    <dgm:pt modelId="{82118D40-6388-4573-AD8C-377DD89280DC}" type="pres">
      <dgm:prSet presAssocID="{60DF1309-865D-4F62-8313-99F9693BA08D}" presName="rootText2" presStyleLbl="alignAcc1" presStyleIdx="0" presStyleCnt="0" custScaleX="152676" custScaleY="137017">
        <dgm:presLayoutVars>
          <dgm:chPref val="3"/>
        </dgm:presLayoutVars>
      </dgm:prSet>
      <dgm:spPr/>
    </dgm:pt>
    <dgm:pt modelId="{4E423021-C518-45CC-9708-AB807029252B}" type="pres">
      <dgm:prSet presAssocID="{60DF1309-865D-4F62-8313-99F9693BA08D}" presName="topArc2" presStyleLbl="parChTrans1D1" presStyleIdx="6" presStyleCnt="24"/>
      <dgm:spPr/>
    </dgm:pt>
    <dgm:pt modelId="{93461AF0-E69E-4480-9145-863B79B7AF01}" type="pres">
      <dgm:prSet presAssocID="{60DF1309-865D-4F62-8313-99F9693BA08D}" presName="bottomArc2" presStyleLbl="parChTrans1D1" presStyleIdx="7" presStyleCnt="24"/>
      <dgm:spPr/>
    </dgm:pt>
    <dgm:pt modelId="{02CCF568-AB0E-49B2-93DC-A8EC7E126594}" type="pres">
      <dgm:prSet presAssocID="{60DF1309-865D-4F62-8313-99F9693BA08D}" presName="topConnNode2" presStyleLbl="node3" presStyleIdx="0" presStyleCnt="0"/>
      <dgm:spPr/>
    </dgm:pt>
    <dgm:pt modelId="{7B091562-AA68-40EC-9694-324822A9A4C9}" type="pres">
      <dgm:prSet presAssocID="{60DF1309-865D-4F62-8313-99F9693BA08D}" presName="hierChild4" presStyleCnt="0"/>
      <dgm:spPr/>
    </dgm:pt>
    <dgm:pt modelId="{F0231696-36F8-483E-A8E4-94CE57C7418E}" type="pres">
      <dgm:prSet presAssocID="{60DF1309-865D-4F62-8313-99F9693BA08D}" presName="hierChild5" presStyleCnt="0"/>
      <dgm:spPr/>
    </dgm:pt>
    <dgm:pt modelId="{760B187D-CE7E-4F93-999B-45E6DCDF9001}" type="pres">
      <dgm:prSet presAssocID="{A0CC34EB-BA99-478E-BB6C-966270F5ADEA}" presName="Name28" presStyleLbl="parChTrans1D3" presStyleIdx="2" presStyleCnt="9"/>
      <dgm:spPr/>
    </dgm:pt>
    <dgm:pt modelId="{49F5F53A-6BB4-4396-B401-B0EFA4336B2C}" type="pres">
      <dgm:prSet presAssocID="{1F810DD9-2898-4409-97AF-13BC2DA719AC}" presName="hierRoot2" presStyleCnt="0">
        <dgm:presLayoutVars>
          <dgm:hierBranch val="init"/>
        </dgm:presLayoutVars>
      </dgm:prSet>
      <dgm:spPr/>
    </dgm:pt>
    <dgm:pt modelId="{CC15304F-F96E-45BF-974A-5392F30D26C2}" type="pres">
      <dgm:prSet presAssocID="{1F810DD9-2898-4409-97AF-13BC2DA719AC}" presName="rootComposite2" presStyleCnt="0"/>
      <dgm:spPr/>
    </dgm:pt>
    <dgm:pt modelId="{55840BD8-E397-456E-ABC0-51CC8DB9AC2C}" type="pres">
      <dgm:prSet presAssocID="{1F810DD9-2898-4409-97AF-13BC2DA719AC}" presName="rootText2" presStyleLbl="alignAcc1" presStyleIdx="0" presStyleCnt="0" custScaleX="152676" custScaleY="133102">
        <dgm:presLayoutVars>
          <dgm:chPref val="3"/>
        </dgm:presLayoutVars>
      </dgm:prSet>
      <dgm:spPr/>
    </dgm:pt>
    <dgm:pt modelId="{9B512DB0-F19F-4A0C-8ED3-46396B3B8858}" type="pres">
      <dgm:prSet presAssocID="{1F810DD9-2898-4409-97AF-13BC2DA719AC}" presName="topArc2" presStyleLbl="parChTrans1D1" presStyleIdx="8" presStyleCnt="24"/>
      <dgm:spPr/>
    </dgm:pt>
    <dgm:pt modelId="{3BEFA184-2C1D-4ACA-B001-F50A2BF2AD2C}" type="pres">
      <dgm:prSet presAssocID="{1F810DD9-2898-4409-97AF-13BC2DA719AC}" presName="bottomArc2" presStyleLbl="parChTrans1D1" presStyleIdx="9" presStyleCnt="24"/>
      <dgm:spPr/>
    </dgm:pt>
    <dgm:pt modelId="{1C75C447-5776-4309-A471-91533AA5A404}" type="pres">
      <dgm:prSet presAssocID="{1F810DD9-2898-4409-97AF-13BC2DA719AC}" presName="topConnNode2" presStyleLbl="node3" presStyleIdx="0" presStyleCnt="0"/>
      <dgm:spPr/>
    </dgm:pt>
    <dgm:pt modelId="{F5DF908D-DB97-4B2F-9093-66A4C5E174DA}" type="pres">
      <dgm:prSet presAssocID="{1F810DD9-2898-4409-97AF-13BC2DA719AC}" presName="hierChild4" presStyleCnt="0"/>
      <dgm:spPr/>
    </dgm:pt>
    <dgm:pt modelId="{02AC3957-B7F1-4C84-9F99-1EE0E885C31A}" type="pres">
      <dgm:prSet presAssocID="{1F810DD9-2898-4409-97AF-13BC2DA719AC}" presName="hierChild5" presStyleCnt="0"/>
      <dgm:spPr/>
    </dgm:pt>
    <dgm:pt modelId="{406A34A3-BC48-4F20-8523-174591675BA7}" type="pres">
      <dgm:prSet presAssocID="{AEE2FFC3-0BC8-4480-9305-71896167F92A}" presName="Name28" presStyleLbl="parChTrans1D3" presStyleIdx="3" presStyleCnt="9"/>
      <dgm:spPr/>
    </dgm:pt>
    <dgm:pt modelId="{7275D915-E0AD-467C-BF3F-5A8B822C056B}" type="pres">
      <dgm:prSet presAssocID="{6973515F-E34B-4AF6-B533-5207A7DFE07A}" presName="hierRoot2" presStyleCnt="0">
        <dgm:presLayoutVars>
          <dgm:hierBranch val="init"/>
        </dgm:presLayoutVars>
      </dgm:prSet>
      <dgm:spPr/>
    </dgm:pt>
    <dgm:pt modelId="{E60B0EB3-95BC-4C9F-B728-95D4DA7D4112}" type="pres">
      <dgm:prSet presAssocID="{6973515F-E34B-4AF6-B533-5207A7DFE07A}" presName="rootComposite2" presStyleCnt="0"/>
      <dgm:spPr/>
    </dgm:pt>
    <dgm:pt modelId="{4E5F7C36-1769-430D-992B-0E831C2A6599}" type="pres">
      <dgm:prSet presAssocID="{6973515F-E34B-4AF6-B533-5207A7DFE07A}" presName="rootText2" presStyleLbl="alignAcc1" presStyleIdx="0" presStyleCnt="0" custScaleX="152676" custScaleY="133102">
        <dgm:presLayoutVars>
          <dgm:chPref val="3"/>
        </dgm:presLayoutVars>
      </dgm:prSet>
      <dgm:spPr/>
    </dgm:pt>
    <dgm:pt modelId="{E3AA79F6-D811-4961-BD75-650FF629D077}" type="pres">
      <dgm:prSet presAssocID="{6973515F-E34B-4AF6-B533-5207A7DFE07A}" presName="topArc2" presStyleLbl="parChTrans1D1" presStyleIdx="10" presStyleCnt="24"/>
      <dgm:spPr/>
    </dgm:pt>
    <dgm:pt modelId="{AC0B2D30-CD3E-4CBE-BD79-2A7E6F66FC3C}" type="pres">
      <dgm:prSet presAssocID="{6973515F-E34B-4AF6-B533-5207A7DFE07A}" presName="bottomArc2" presStyleLbl="parChTrans1D1" presStyleIdx="11" presStyleCnt="24"/>
      <dgm:spPr/>
    </dgm:pt>
    <dgm:pt modelId="{292C79D8-8CC3-4E91-8463-50DA6C111C2E}" type="pres">
      <dgm:prSet presAssocID="{6973515F-E34B-4AF6-B533-5207A7DFE07A}" presName="topConnNode2" presStyleLbl="node3" presStyleIdx="0" presStyleCnt="0"/>
      <dgm:spPr/>
    </dgm:pt>
    <dgm:pt modelId="{FCB663BD-A4DB-4FA8-BBAF-1CFC92E49943}" type="pres">
      <dgm:prSet presAssocID="{6973515F-E34B-4AF6-B533-5207A7DFE07A}" presName="hierChild4" presStyleCnt="0"/>
      <dgm:spPr/>
    </dgm:pt>
    <dgm:pt modelId="{AB1EE29C-A7C5-49B8-A4FF-5819E799ED15}" type="pres">
      <dgm:prSet presAssocID="{6973515F-E34B-4AF6-B533-5207A7DFE07A}" presName="hierChild5" presStyleCnt="0"/>
      <dgm:spPr/>
    </dgm:pt>
    <dgm:pt modelId="{77A5122D-D181-4D99-805D-1275746CF593}" type="pres">
      <dgm:prSet presAssocID="{4473C7C4-5CD3-44B7-8EF9-37EFDA13C182}" presName="hierChild5" presStyleCnt="0"/>
      <dgm:spPr/>
    </dgm:pt>
    <dgm:pt modelId="{DAC1E42F-F654-440D-83FF-68681DD04D93}" type="pres">
      <dgm:prSet presAssocID="{071A926D-C661-4736-9C5D-24566E1CE393}" presName="Name28" presStyleLbl="parChTrans1D2" presStyleIdx="1" presStyleCnt="2"/>
      <dgm:spPr/>
    </dgm:pt>
    <dgm:pt modelId="{5CB69454-AF3A-44A7-A3C7-45560720BC83}" type="pres">
      <dgm:prSet presAssocID="{33666AF8-2A1B-4949-8C7B-027E28C1B6C5}" presName="hierRoot2" presStyleCnt="0">
        <dgm:presLayoutVars>
          <dgm:hierBranch val="init"/>
        </dgm:presLayoutVars>
      </dgm:prSet>
      <dgm:spPr/>
    </dgm:pt>
    <dgm:pt modelId="{A2A502B2-4152-4883-8B54-EC6A068A479F}" type="pres">
      <dgm:prSet presAssocID="{33666AF8-2A1B-4949-8C7B-027E28C1B6C5}" presName="rootComposite2" presStyleCnt="0"/>
      <dgm:spPr/>
    </dgm:pt>
    <dgm:pt modelId="{23AA5D09-C68F-4314-885D-8928A7E60776}" type="pres">
      <dgm:prSet presAssocID="{33666AF8-2A1B-4949-8C7B-027E28C1B6C5}" presName="rootText2" presStyleLbl="alignAcc1" presStyleIdx="0" presStyleCnt="0" custScaleX="206826" custScaleY="131662">
        <dgm:presLayoutVars>
          <dgm:chPref val="3"/>
        </dgm:presLayoutVars>
      </dgm:prSet>
      <dgm:spPr/>
    </dgm:pt>
    <dgm:pt modelId="{B35A88FF-D25D-4B50-81F1-3A72E36EBF15}" type="pres">
      <dgm:prSet presAssocID="{33666AF8-2A1B-4949-8C7B-027E28C1B6C5}" presName="topArc2" presStyleLbl="parChTrans1D1" presStyleIdx="12" presStyleCnt="24"/>
      <dgm:spPr/>
    </dgm:pt>
    <dgm:pt modelId="{A65973C7-ADB7-4DA3-8EB2-D48BC46D3DB6}" type="pres">
      <dgm:prSet presAssocID="{33666AF8-2A1B-4949-8C7B-027E28C1B6C5}" presName="bottomArc2" presStyleLbl="parChTrans1D1" presStyleIdx="13" presStyleCnt="24"/>
      <dgm:spPr/>
    </dgm:pt>
    <dgm:pt modelId="{1AF98D24-94C9-4B47-B7DD-9EE0D0A9D2BC}" type="pres">
      <dgm:prSet presAssocID="{33666AF8-2A1B-4949-8C7B-027E28C1B6C5}" presName="topConnNode2" presStyleLbl="node2" presStyleIdx="0" presStyleCnt="0"/>
      <dgm:spPr/>
    </dgm:pt>
    <dgm:pt modelId="{0E736572-7D36-431F-B230-7CE7DCE849F3}" type="pres">
      <dgm:prSet presAssocID="{33666AF8-2A1B-4949-8C7B-027E28C1B6C5}" presName="hierChild4" presStyleCnt="0"/>
      <dgm:spPr/>
    </dgm:pt>
    <dgm:pt modelId="{52441DBE-4B99-411C-B0BE-20BB7ADB07F6}" type="pres">
      <dgm:prSet presAssocID="{CAD99822-8CD2-424A-A6FB-25BBDAA22235}" presName="Name28" presStyleLbl="parChTrans1D3" presStyleIdx="4" presStyleCnt="9"/>
      <dgm:spPr/>
    </dgm:pt>
    <dgm:pt modelId="{437D0729-D29D-4AB8-ABDB-70EE1EE840A0}" type="pres">
      <dgm:prSet presAssocID="{211D46C2-1C0E-40F9-AEC5-AEA9E4D0014D}" presName="hierRoot2" presStyleCnt="0">
        <dgm:presLayoutVars>
          <dgm:hierBranch val="init"/>
        </dgm:presLayoutVars>
      </dgm:prSet>
      <dgm:spPr/>
    </dgm:pt>
    <dgm:pt modelId="{5BAFCD43-3E1B-4C6C-98C4-9778F39CADBF}" type="pres">
      <dgm:prSet presAssocID="{211D46C2-1C0E-40F9-AEC5-AEA9E4D0014D}" presName="rootComposite2" presStyleCnt="0"/>
      <dgm:spPr/>
    </dgm:pt>
    <dgm:pt modelId="{732BB31B-9DF1-4E50-9808-2E4E247DA354}" type="pres">
      <dgm:prSet presAssocID="{211D46C2-1C0E-40F9-AEC5-AEA9E4D0014D}" presName="rootText2" presStyleLbl="alignAcc1" presStyleIdx="0" presStyleCnt="0" custScaleX="155805" custScaleY="121072" custLinFactNeighborX="45085">
        <dgm:presLayoutVars>
          <dgm:chPref val="3"/>
        </dgm:presLayoutVars>
      </dgm:prSet>
      <dgm:spPr/>
    </dgm:pt>
    <dgm:pt modelId="{E49490C1-42E5-431E-A725-BFCB9B0B7CA3}" type="pres">
      <dgm:prSet presAssocID="{211D46C2-1C0E-40F9-AEC5-AEA9E4D0014D}" presName="topArc2" presStyleLbl="parChTrans1D1" presStyleIdx="14" presStyleCnt="24"/>
      <dgm:spPr/>
    </dgm:pt>
    <dgm:pt modelId="{3C0C4E98-CA41-4CB2-BD70-D7FA77405413}" type="pres">
      <dgm:prSet presAssocID="{211D46C2-1C0E-40F9-AEC5-AEA9E4D0014D}" presName="bottomArc2" presStyleLbl="parChTrans1D1" presStyleIdx="15" presStyleCnt="24"/>
      <dgm:spPr/>
    </dgm:pt>
    <dgm:pt modelId="{C2F2C85A-C297-4604-A6FD-D58EE0E67FA4}" type="pres">
      <dgm:prSet presAssocID="{211D46C2-1C0E-40F9-AEC5-AEA9E4D0014D}" presName="topConnNode2" presStyleLbl="node3" presStyleIdx="0" presStyleCnt="0"/>
      <dgm:spPr/>
    </dgm:pt>
    <dgm:pt modelId="{BF2479D8-71D5-4052-9DED-1B99538043C6}" type="pres">
      <dgm:prSet presAssocID="{211D46C2-1C0E-40F9-AEC5-AEA9E4D0014D}" presName="hierChild4" presStyleCnt="0"/>
      <dgm:spPr/>
    </dgm:pt>
    <dgm:pt modelId="{A1714204-A599-4637-9B19-1FE465FEC5A7}" type="pres">
      <dgm:prSet presAssocID="{211D46C2-1C0E-40F9-AEC5-AEA9E4D0014D}" presName="hierChild5" presStyleCnt="0"/>
      <dgm:spPr/>
    </dgm:pt>
    <dgm:pt modelId="{831E4CEE-D73E-4A4E-B2F5-0C0033BE631A}" type="pres">
      <dgm:prSet presAssocID="{461C9C4B-A3BB-458F-8964-9EDF1F368BBF}" presName="Name28" presStyleLbl="parChTrans1D3" presStyleIdx="5" presStyleCnt="9"/>
      <dgm:spPr/>
    </dgm:pt>
    <dgm:pt modelId="{A20F7EF6-D69B-45FB-A3FE-55F11031AB45}" type="pres">
      <dgm:prSet presAssocID="{5B2A4105-8EB6-4823-8251-499FF5921B26}" presName="hierRoot2" presStyleCnt="0">
        <dgm:presLayoutVars>
          <dgm:hierBranch val="init"/>
        </dgm:presLayoutVars>
      </dgm:prSet>
      <dgm:spPr/>
    </dgm:pt>
    <dgm:pt modelId="{8184077F-4611-4A08-9138-046781DC9F6E}" type="pres">
      <dgm:prSet presAssocID="{5B2A4105-8EB6-4823-8251-499FF5921B26}" presName="rootComposite2" presStyleCnt="0"/>
      <dgm:spPr/>
    </dgm:pt>
    <dgm:pt modelId="{04595DEC-B527-4394-A9ED-5B8E32A1710F}" type="pres">
      <dgm:prSet presAssocID="{5B2A4105-8EB6-4823-8251-499FF5921B26}" presName="rootText2" presStyleLbl="alignAcc1" presStyleIdx="0" presStyleCnt="0" custScaleX="164420" custScaleY="112008">
        <dgm:presLayoutVars>
          <dgm:chPref val="3"/>
        </dgm:presLayoutVars>
      </dgm:prSet>
      <dgm:spPr/>
    </dgm:pt>
    <dgm:pt modelId="{BABA119E-6836-4BC9-8AB5-CFA45BAD5FE6}" type="pres">
      <dgm:prSet presAssocID="{5B2A4105-8EB6-4823-8251-499FF5921B26}" presName="topArc2" presStyleLbl="parChTrans1D1" presStyleIdx="16" presStyleCnt="24"/>
      <dgm:spPr/>
    </dgm:pt>
    <dgm:pt modelId="{3BAB7A56-61F9-4405-B42F-55174490055F}" type="pres">
      <dgm:prSet presAssocID="{5B2A4105-8EB6-4823-8251-499FF5921B26}" presName="bottomArc2" presStyleLbl="parChTrans1D1" presStyleIdx="17" presStyleCnt="24"/>
      <dgm:spPr/>
    </dgm:pt>
    <dgm:pt modelId="{27F0DA62-1E4A-4BBB-B81C-A5A6AAA3BACA}" type="pres">
      <dgm:prSet presAssocID="{5B2A4105-8EB6-4823-8251-499FF5921B26}" presName="topConnNode2" presStyleLbl="node3" presStyleIdx="0" presStyleCnt="0"/>
      <dgm:spPr/>
    </dgm:pt>
    <dgm:pt modelId="{97DC411C-045D-41A4-A650-6F7011C5AAA2}" type="pres">
      <dgm:prSet presAssocID="{5B2A4105-8EB6-4823-8251-499FF5921B26}" presName="hierChild4" presStyleCnt="0"/>
      <dgm:spPr/>
    </dgm:pt>
    <dgm:pt modelId="{D02A082B-145D-4806-BD5A-01A207B948EB}" type="pres">
      <dgm:prSet presAssocID="{5B2A4105-8EB6-4823-8251-499FF5921B26}" presName="hierChild5" presStyleCnt="0"/>
      <dgm:spPr/>
    </dgm:pt>
    <dgm:pt modelId="{6C352FB5-3BBC-462A-A6FE-F47E0A0E7F9B}" type="pres">
      <dgm:prSet presAssocID="{DEC6E542-151D-428A-979C-F0514E84E6E0}" presName="Name28" presStyleLbl="parChTrans1D3" presStyleIdx="6" presStyleCnt="9"/>
      <dgm:spPr/>
    </dgm:pt>
    <dgm:pt modelId="{4342C08A-57D6-418D-8918-9224456C57A7}" type="pres">
      <dgm:prSet presAssocID="{FA38710D-BAF1-477B-86B5-B0C742D9FC8B}" presName="hierRoot2" presStyleCnt="0">
        <dgm:presLayoutVars>
          <dgm:hierBranch val="init"/>
        </dgm:presLayoutVars>
      </dgm:prSet>
      <dgm:spPr/>
    </dgm:pt>
    <dgm:pt modelId="{9DB28A53-4DE4-416E-A0DD-19A27E0CE9D6}" type="pres">
      <dgm:prSet presAssocID="{FA38710D-BAF1-477B-86B5-B0C742D9FC8B}" presName="rootComposite2" presStyleCnt="0"/>
      <dgm:spPr/>
    </dgm:pt>
    <dgm:pt modelId="{214175EA-DE5B-4C75-8164-AEE995DA9C6B}" type="pres">
      <dgm:prSet presAssocID="{FA38710D-BAF1-477B-86B5-B0C742D9FC8B}" presName="rootText2" presStyleLbl="alignAcc1" presStyleIdx="0" presStyleCnt="0" custScaleX="165342">
        <dgm:presLayoutVars>
          <dgm:chPref val="3"/>
        </dgm:presLayoutVars>
      </dgm:prSet>
      <dgm:spPr/>
    </dgm:pt>
    <dgm:pt modelId="{B949E4A7-F9E5-4269-973B-D455713DF9DC}" type="pres">
      <dgm:prSet presAssocID="{FA38710D-BAF1-477B-86B5-B0C742D9FC8B}" presName="topArc2" presStyleLbl="parChTrans1D1" presStyleIdx="18" presStyleCnt="24"/>
      <dgm:spPr/>
    </dgm:pt>
    <dgm:pt modelId="{0A0BD9F9-0059-4CBB-9E0D-280CD4693DFC}" type="pres">
      <dgm:prSet presAssocID="{FA38710D-BAF1-477B-86B5-B0C742D9FC8B}" presName="bottomArc2" presStyleLbl="parChTrans1D1" presStyleIdx="19" presStyleCnt="24"/>
      <dgm:spPr/>
    </dgm:pt>
    <dgm:pt modelId="{FFCE8B48-4E8C-4E75-9ABC-E74E57AAA8B0}" type="pres">
      <dgm:prSet presAssocID="{FA38710D-BAF1-477B-86B5-B0C742D9FC8B}" presName="topConnNode2" presStyleLbl="node3" presStyleIdx="0" presStyleCnt="0"/>
      <dgm:spPr/>
    </dgm:pt>
    <dgm:pt modelId="{DEFD8B72-3766-42D9-9D48-6E64A3EC0E4E}" type="pres">
      <dgm:prSet presAssocID="{FA38710D-BAF1-477B-86B5-B0C742D9FC8B}" presName="hierChild4" presStyleCnt="0"/>
      <dgm:spPr/>
    </dgm:pt>
    <dgm:pt modelId="{A7446FFA-39D1-4E2D-B191-B2427E2BBB0D}" type="pres">
      <dgm:prSet presAssocID="{FA38710D-BAF1-477B-86B5-B0C742D9FC8B}" presName="hierChild5" presStyleCnt="0"/>
      <dgm:spPr/>
    </dgm:pt>
    <dgm:pt modelId="{351E84FD-B247-446C-A746-89ED7E735CD2}" type="pres">
      <dgm:prSet presAssocID="{7638FD29-6D87-446D-BFE4-2A64B2E1497C}" presName="Name28" presStyleLbl="parChTrans1D3" presStyleIdx="7" presStyleCnt="9"/>
      <dgm:spPr/>
    </dgm:pt>
    <dgm:pt modelId="{32974F98-23EF-4BF4-B4BD-835D26F61F16}" type="pres">
      <dgm:prSet presAssocID="{E792387E-EC07-4396-A037-188FD404BB16}" presName="hierRoot2" presStyleCnt="0">
        <dgm:presLayoutVars>
          <dgm:hierBranch val="init"/>
        </dgm:presLayoutVars>
      </dgm:prSet>
      <dgm:spPr/>
    </dgm:pt>
    <dgm:pt modelId="{A366A6F0-093A-46AF-86E4-ED31A24A3A22}" type="pres">
      <dgm:prSet presAssocID="{E792387E-EC07-4396-A037-188FD404BB16}" presName="rootComposite2" presStyleCnt="0"/>
      <dgm:spPr/>
    </dgm:pt>
    <dgm:pt modelId="{D68CBBC0-DC93-4DAA-B231-728DA936A7F5}" type="pres">
      <dgm:prSet presAssocID="{E792387E-EC07-4396-A037-188FD404BB16}" presName="rootText2" presStyleLbl="alignAcc1" presStyleIdx="0" presStyleCnt="0" custScaleX="176878" custScaleY="100570">
        <dgm:presLayoutVars>
          <dgm:chPref val="3"/>
        </dgm:presLayoutVars>
      </dgm:prSet>
      <dgm:spPr/>
    </dgm:pt>
    <dgm:pt modelId="{919C8F3A-4249-4A4C-B714-FB69E40CC917}" type="pres">
      <dgm:prSet presAssocID="{E792387E-EC07-4396-A037-188FD404BB16}" presName="topArc2" presStyleLbl="parChTrans1D1" presStyleIdx="20" presStyleCnt="24"/>
      <dgm:spPr/>
    </dgm:pt>
    <dgm:pt modelId="{D6BAB86D-0167-46E8-A150-4D2A679007EF}" type="pres">
      <dgm:prSet presAssocID="{E792387E-EC07-4396-A037-188FD404BB16}" presName="bottomArc2" presStyleLbl="parChTrans1D1" presStyleIdx="21" presStyleCnt="24"/>
      <dgm:spPr/>
    </dgm:pt>
    <dgm:pt modelId="{EDB5BD12-2792-4B08-B284-86CE198A97BE}" type="pres">
      <dgm:prSet presAssocID="{E792387E-EC07-4396-A037-188FD404BB16}" presName="topConnNode2" presStyleLbl="node3" presStyleIdx="0" presStyleCnt="0"/>
      <dgm:spPr/>
    </dgm:pt>
    <dgm:pt modelId="{1DEF610D-6D28-4007-930A-727A938854E6}" type="pres">
      <dgm:prSet presAssocID="{E792387E-EC07-4396-A037-188FD404BB16}" presName="hierChild4" presStyleCnt="0"/>
      <dgm:spPr/>
    </dgm:pt>
    <dgm:pt modelId="{A1580106-8D88-4D6E-821B-772E1E557F2F}" type="pres">
      <dgm:prSet presAssocID="{E792387E-EC07-4396-A037-188FD404BB16}" presName="hierChild5" presStyleCnt="0"/>
      <dgm:spPr/>
    </dgm:pt>
    <dgm:pt modelId="{6D9FBDE4-476E-4941-8E43-91FC781EC023}" type="pres">
      <dgm:prSet presAssocID="{930AC837-C96D-4E58-89EE-E800B57E97A5}" presName="Name28" presStyleLbl="parChTrans1D3" presStyleIdx="8" presStyleCnt="9"/>
      <dgm:spPr/>
    </dgm:pt>
    <dgm:pt modelId="{420E6052-B979-4372-8DD4-D2FE7C87447B}" type="pres">
      <dgm:prSet presAssocID="{E42849A6-6F7C-4E6F-891D-FFE2F3F19AB5}" presName="hierRoot2" presStyleCnt="0">
        <dgm:presLayoutVars>
          <dgm:hierBranch val="init"/>
        </dgm:presLayoutVars>
      </dgm:prSet>
      <dgm:spPr/>
    </dgm:pt>
    <dgm:pt modelId="{1466115C-A991-4623-9116-47B719DE9C57}" type="pres">
      <dgm:prSet presAssocID="{E42849A6-6F7C-4E6F-891D-FFE2F3F19AB5}" presName="rootComposite2" presStyleCnt="0"/>
      <dgm:spPr/>
    </dgm:pt>
    <dgm:pt modelId="{E03896BD-6394-40BD-A3E4-B2814CF73EED}" type="pres">
      <dgm:prSet presAssocID="{E42849A6-6F7C-4E6F-891D-FFE2F3F19AB5}" presName="rootText2" presStyleLbl="alignAcc1" presStyleIdx="0" presStyleCnt="0" custScaleX="173032" custScaleY="116914">
        <dgm:presLayoutVars>
          <dgm:chPref val="3"/>
        </dgm:presLayoutVars>
      </dgm:prSet>
      <dgm:spPr/>
    </dgm:pt>
    <dgm:pt modelId="{B03C958B-1E77-4457-8E30-A55B1F3834F6}" type="pres">
      <dgm:prSet presAssocID="{E42849A6-6F7C-4E6F-891D-FFE2F3F19AB5}" presName="topArc2" presStyleLbl="parChTrans1D1" presStyleIdx="22" presStyleCnt="24"/>
      <dgm:spPr/>
    </dgm:pt>
    <dgm:pt modelId="{84810856-9BB9-45DF-BD8E-73E87B6CF6B7}" type="pres">
      <dgm:prSet presAssocID="{E42849A6-6F7C-4E6F-891D-FFE2F3F19AB5}" presName="bottomArc2" presStyleLbl="parChTrans1D1" presStyleIdx="23" presStyleCnt="24"/>
      <dgm:spPr/>
    </dgm:pt>
    <dgm:pt modelId="{4C8F4B7E-3E25-4727-ACDE-5B7CCCD1621D}" type="pres">
      <dgm:prSet presAssocID="{E42849A6-6F7C-4E6F-891D-FFE2F3F19AB5}" presName="topConnNode2" presStyleLbl="node3" presStyleIdx="0" presStyleCnt="0"/>
      <dgm:spPr/>
    </dgm:pt>
    <dgm:pt modelId="{CB68C69D-B0A9-4D71-9591-8A655D59DFA3}" type="pres">
      <dgm:prSet presAssocID="{E42849A6-6F7C-4E6F-891D-FFE2F3F19AB5}" presName="hierChild4" presStyleCnt="0"/>
      <dgm:spPr/>
    </dgm:pt>
    <dgm:pt modelId="{7233C2DA-0748-4E33-A672-CA2CC57F93A1}" type="pres">
      <dgm:prSet presAssocID="{E42849A6-6F7C-4E6F-891D-FFE2F3F19AB5}" presName="hierChild5" presStyleCnt="0"/>
      <dgm:spPr/>
    </dgm:pt>
    <dgm:pt modelId="{D2B11B14-F9BC-43D7-8460-8BFE73EA81AE}" type="pres">
      <dgm:prSet presAssocID="{33666AF8-2A1B-4949-8C7B-027E28C1B6C5}" presName="hierChild5" presStyleCnt="0"/>
      <dgm:spPr/>
    </dgm:pt>
    <dgm:pt modelId="{A4518E54-103F-41B1-80DC-84BA2C95AC02}" type="pres">
      <dgm:prSet presAssocID="{7C756CFC-5C9D-495D-B86F-7903DAD49BB5}" presName="hierChild3" presStyleCnt="0"/>
      <dgm:spPr/>
    </dgm:pt>
  </dgm:ptLst>
  <dgm:cxnLst>
    <dgm:cxn modelId="{CE6A3E02-C298-431C-B156-4F5488FE7082}" srcId="{7C756CFC-5C9D-495D-B86F-7903DAD49BB5}" destId="{33666AF8-2A1B-4949-8C7B-027E28C1B6C5}" srcOrd="1" destOrd="0" parTransId="{071A926D-C661-4736-9C5D-24566E1CE393}" sibTransId="{33322C12-14BC-4DA6-AB68-D2FA860E27AC}"/>
    <dgm:cxn modelId="{01CFC80F-032D-4591-BB89-1FBFEB04E453}" type="presOf" srcId="{A0CC34EB-BA99-478E-BB6C-966270F5ADEA}" destId="{760B187D-CE7E-4F93-999B-45E6DCDF9001}" srcOrd="0" destOrd="0" presId="urn:microsoft.com/office/officeart/2008/layout/HalfCircleOrganizationChart"/>
    <dgm:cxn modelId="{28A84710-1093-4F3E-839A-9744D5B5160F}" type="presOf" srcId="{E792387E-EC07-4396-A037-188FD404BB16}" destId="{EDB5BD12-2792-4B08-B284-86CE198A97BE}" srcOrd="1" destOrd="0" presId="urn:microsoft.com/office/officeart/2008/layout/HalfCircleOrganizationChart"/>
    <dgm:cxn modelId="{8AF89715-10CC-4AD5-B614-3236342DFCD3}" type="presOf" srcId="{211D46C2-1C0E-40F9-AEC5-AEA9E4D0014D}" destId="{732BB31B-9DF1-4E50-9808-2E4E247DA354}" srcOrd="0" destOrd="0" presId="urn:microsoft.com/office/officeart/2008/layout/HalfCircleOrganizationChart"/>
    <dgm:cxn modelId="{8D693A20-490E-410F-8EBA-8AAB89F638EB}" type="presOf" srcId="{FA38710D-BAF1-477B-86B5-B0C742D9FC8B}" destId="{FFCE8B48-4E8C-4E75-9ABC-E74E57AAA8B0}" srcOrd="1" destOrd="0" presId="urn:microsoft.com/office/officeart/2008/layout/HalfCircleOrganizationChart"/>
    <dgm:cxn modelId="{2300A820-D188-4CF9-80C6-3EEB722D795B}" type="presOf" srcId="{0042F55D-0250-4DC9-9355-69E7B605D094}" destId="{6B75507E-D677-47F2-A626-FCC2A5D80118}" srcOrd="1" destOrd="0" presId="urn:microsoft.com/office/officeart/2008/layout/HalfCircleOrganizationChart"/>
    <dgm:cxn modelId="{19EE6932-950A-4EAC-9942-2C73E1564386}" type="presOf" srcId="{E42849A6-6F7C-4E6F-891D-FFE2F3F19AB5}" destId="{4C8F4B7E-3E25-4727-ACDE-5B7CCCD1621D}" srcOrd="1" destOrd="0" presId="urn:microsoft.com/office/officeart/2008/layout/HalfCircleOrganizationChart"/>
    <dgm:cxn modelId="{F39EEC35-6A19-466D-9575-A6E013631F00}" type="presOf" srcId="{6973515F-E34B-4AF6-B533-5207A7DFE07A}" destId="{4E5F7C36-1769-430D-992B-0E831C2A6599}" srcOrd="0" destOrd="0" presId="urn:microsoft.com/office/officeart/2008/layout/HalfCircleOrganizationChart"/>
    <dgm:cxn modelId="{94DD565D-F392-4081-B769-679D0E8F9CC1}" type="presOf" srcId="{7638FD29-6D87-446D-BFE4-2A64B2E1497C}" destId="{351E84FD-B247-446C-A746-89ED7E735CD2}" srcOrd="0" destOrd="0" presId="urn:microsoft.com/office/officeart/2008/layout/HalfCircleOrganizationChart"/>
    <dgm:cxn modelId="{5C53805E-AE52-4E6F-995D-0C140071863B}" type="presOf" srcId="{60DF1309-865D-4F62-8313-99F9693BA08D}" destId="{82118D40-6388-4573-AD8C-377DD89280DC}" srcOrd="0" destOrd="0" presId="urn:microsoft.com/office/officeart/2008/layout/HalfCircleOrganizationChart"/>
    <dgm:cxn modelId="{88992E5F-758C-42CF-977A-1E7489CDC765}" srcId="{33666AF8-2A1B-4949-8C7B-027E28C1B6C5}" destId="{211D46C2-1C0E-40F9-AEC5-AEA9E4D0014D}" srcOrd="0" destOrd="0" parTransId="{CAD99822-8CD2-424A-A6FB-25BBDAA22235}" sibTransId="{CCCB3572-F747-464A-8E48-C23C3A08C8D1}"/>
    <dgm:cxn modelId="{47B2E65F-35E5-45F0-B6F2-27AFB14E22F3}" srcId="{4473C7C4-5CD3-44B7-8EF9-37EFDA13C182}" destId="{6973515F-E34B-4AF6-B533-5207A7DFE07A}" srcOrd="3" destOrd="0" parTransId="{AEE2FFC3-0BC8-4480-9305-71896167F92A}" sibTransId="{1454B604-AACD-40BA-9CAA-F08F2EC3410A}"/>
    <dgm:cxn modelId="{F0721768-1E2C-4184-AE3E-B118201B5E7F}" srcId="{33666AF8-2A1B-4949-8C7B-027E28C1B6C5}" destId="{FA38710D-BAF1-477B-86B5-B0C742D9FC8B}" srcOrd="2" destOrd="0" parTransId="{DEC6E542-151D-428A-979C-F0514E84E6E0}" sibTransId="{A853B20B-EA69-416E-9FF4-5193370581DE}"/>
    <dgm:cxn modelId="{A4DE3E4E-C75D-4B83-A0D4-190090052B55}" type="presOf" srcId="{4473C7C4-5CD3-44B7-8EF9-37EFDA13C182}" destId="{4CB9687B-E830-4542-9CF8-AF14EDFADAD6}" srcOrd="1" destOrd="0" presId="urn:microsoft.com/office/officeart/2008/layout/HalfCircleOrganizationChart"/>
    <dgm:cxn modelId="{D8EB9370-84F1-443A-A3CF-5C65B22F3CC5}" type="presOf" srcId="{071A926D-C661-4736-9C5D-24566E1CE393}" destId="{DAC1E42F-F654-440D-83FF-68681DD04D93}" srcOrd="0" destOrd="0" presId="urn:microsoft.com/office/officeart/2008/layout/HalfCircleOrganizationChart"/>
    <dgm:cxn modelId="{3C505F72-81C1-429D-B0F7-E79320557C10}" type="presOf" srcId="{60DF1309-865D-4F62-8313-99F9693BA08D}" destId="{02CCF568-AB0E-49B2-93DC-A8EC7E126594}" srcOrd="1" destOrd="0" presId="urn:microsoft.com/office/officeart/2008/layout/HalfCircleOrganizationChart"/>
    <dgm:cxn modelId="{00A1F952-7098-41EA-BBBF-DF9CE414A258}" type="presOf" srcId="{6973515F-E34B-4AF6-B533-5207A7DFE07A}" destId="{292C79D8-8CC3-4E91-8463-50DA6C111C2E}" srcOrd="1" destOrd="0" presId="urn:microsoft.com/office/officeart/2008/layout/HalfCircleOrganizationChart"/>
    <dgm:cxn modelId="{64A1E777-B0A4-4BFC-B7E4-7A7568C486E9}" type="presOf" srcId="{08601F43-A399-470A-B219-55853ECF73C6}" destId="{44717FAB-C506-4B41-9965-074DD8402CBA}" srcOrd="0" destOrd="0" presId="urn:microsoft.com/office/officeart/2008/layout/HalfCircleOrganizationChart"/>
    <dgm:cxn modelId="{D4F91579-C080-4B01-A77B-9A69542283E5}" srcId="{33666AF8-2A1B-4949-8C7B-027E28C1B6C5}" destId="{E42849A6-6F7C-4E6F-891D-FFE2F3F19AB5}" srcOrd="4" destOrd="0" parTransId="{930AC837-C96D-4E58-89EE-E800B57E97A5}" sibTransId="{A9169925-CB57-4807-9FAF-8F7604F8C29F}"/>
    <dgm:cxn modelId="{E2E6605A-1D12-4C34-89BE-3DDD98EF743D}" type="presOf" srcId="{1F810DD9-2898-4409-97AF-13BC2DA719AC}" destId="{55840BD8-E397-456E-ABC0-51CC8DB9AC2C}" srcOrd="0" destOrd="0" presId="urn:microsoft.com/office/officeart/2008/layout/HalfCircleOrganizationChart"/>
    <dgm:cxn modelId="{A567727F-C1BB-47CB-A4E0-84DD39F7510B}" type="presOf" srcId="{7C756CFC-5C9D-495D-B86F-7903DAD49BB5}" destId="{78BDC899-E0F3-43C9-A279-85A5AACABAF3}" srcOrd="0" destOrd="0" presId="urn:microsoft.com/office/officeart/2008/layout/HalfCircleOrganizationChart"/>
    <dgm:cxn modelId="{F200B189-63B3-4331-8659-5F1E4E1E5948}" type="presOf" srcId="{4473C7C4-5CD3-44B7-8EF9-37EFDA13C182}" destId="{B53DE281-BD62-4523-9AC6-B564A1121320}" srcOrd="0" destOrd="0" presId="urn:microsoft.com/office/officeart/2008/layout/HalfCircleOrganizationChart"/>
    <dgm:cxn modelId="{0CF7448B-CA96-48DE-A0D5-D82FC28B94D1}" type="presOf" srcId="{E42849A6-6F7C-4E6F-891D-FFE2F3F19AB5}" destId="{E03896BD-6394-40BD-A3E4-B2814CF73EED}" srcOrd="0" destOrd="0" presId="urn:microsoft.com/office/officeart/2008/layout/HalfCircleOrganizationChart"/>
    <dgm:cxn modelId="{969B718C-8BF8-4BB0-833C-0714C9001BDB}" type="presOf" srcId="{CAD99822-8CD2-424A-A6FB-25BBDAA22235}" destId="{52441DBE-4B99-411C-B0BE-20BB7ADB07F6}" srcOrd="0" destOrd="0" presId="urn:microsoft.com/office/officeart/2008/layout/HalfCircleOrganizationChart"/>
    <dgm:cxn modelId="{FE672C97-DE38-43C6-B97A-AB74DF1E6311}" type="presOf" srcId="{7C756CFC-5C9D-495D-B86F-7903DAD49BB5}" destId="{1734BC66-6275-47B4-BA9C-304AF79CAFC3}" srcOrd="1" destOrd="0" presId="urn:microsoft.com/office/officeart/2008/layout/HalfCircleOrganizationChart"/>
    <dgm:cxn modelId="{8075F197-ADE3-414C-8B52-FAC1D8B69608}" srcId="{4473C7C4-5CD3-44B7-8EF9-37EFDA13C182}" destId="{60DF1309-865D-4F62-8313-99F9693BA08D}" srcOrd="1" destOrd="0" parTransId="{654A9EF1-E49C-447A-906E-A827BAC98528}" sibTransId="{B4A0F46E-676B-4DAF-B8AF-4DF20AF2C5F6}"/>
    <dgm:cxn modelId="{36B82199-C8DC-4501-8B34-A2785DE71FC6}" type="presOf" srcId="{5B2A4105-8EB6-4823-8251-499FF5921B26}" destId="{04595DEC-B527-4394-A9ED-5B8E32A1710F}" srcOrd="0" destOrd="0" presId="urn:microsoft.com/office/officeart/2008/layout/HalfCircleOrganizationChart"/>
    <dgm:cxn modelId="{2711409A-A4B2-4A2D-A90A-0E064527E8C3}" type="presOf" srcId="{AEE2FFC3-0BC8-4480-9305-71896167F92A}" destId="{406A34A3-BC48-4F20-8523-174591675BA7}" srcOrd="0" destOrd="0" presId="urn:microsoft.com/office/officeart/2008/layout/HalfCircleOrganizationChart"/>
    <dgm:cxn modelId="{6A4A58A4-B0ED-47B8-88BD-493D8003672C}" srcId="{4473C7C4-5CD3-44B7-8EF9-37EFDA13C182}" destId="{1F810DD9-2898-4409-97AF-13BC2DA719AC}" srcOrd="2" destOrd="0" parTransId="{A0CC34EB-BA99-478E-BB6C-966270F5ADEA}" sibTransId="{482BBCC6-3416-4855-AE53-9FF0CE89DA3B}"/>
    <dgm:cxn modelId="{9E4371A9-4B3C-4FED-9CA3-9E147E330F06}" srcId="{4473C7C4-5CD3-44B7-8EF9-37EFDA13C182}" destId="{0042F55D-0250-4DC9-9355-69E7B605D094}" srcOrd="0" destOrd="0" parTransId="{08601F43-A399-470A-B219-55853ECF73C6}" sibTransId="{3EF02E63-AD45-43EF-810D-E0482F3DB31D}"/>
    <dgm:cxn modelId="{A9E2CCAA-4E72-4404-B189-7C7E36A0A190}" type="presOf" srcId="{1F810DD9-2898-4409-97AF-13BC2DA719AC}" destId="{1C75C447-5776-4309-A471-91533AA5A404}" srcOrd="1" destOrd="0" presId="urn:microsoft.com/office/officeart/2008/layout/HalfCircleOrganizationChart"/>
    <dgm:cxn modelId="{56653EAB-A3B0-417D-B045-E4E03F47A8B4}" srcId="{33666AF8-2A1B-4949-8C7B-027E28C1B6C5}" destId="{5B2A4105-8EB6-4823-8251-499FF5921B26}" srcOrd="1" destOrd="0" parTransId="{461C9C4B-A3BB-458F-8964-9EDF1F368BBF}" sibTransId="{58906317-77B9-4B7E-8C17-CE50CA38D991}"/>
    <dgm:cxn modelId="{994A80AC-39B3-4D6E-9C7D-BE748F22BDBD}" type="presOf" srcId="{5B2A4105-8EB6-4823-8251-499FF5921B26}" destId="{27F0DA62-1E4A-4BBB-B81C-A5A6AAA3BACA}" srcOrd="1" destOrd="0" presId="urn:microsoft.com/office/officeart/2008/layout/HalfCircleOrganizationChart"/>
    <dgm:cxn modelId="{4239DAB7-BFB1-4EF1-A470-7ACCF837AFBA}" type="presOf" srcId="{211D46C2-1C0E-40F9-AEC5-AEA9E4D0014D}" destId="{C2F2C85A-C297-4604-A6FD-D58EE0E67FA4}" srcOrd="1" destOrd="0" presId="urn:microsoft.com/office/officeart/2008/layout/HalfCircleOrganizationChart"/>
    <dgm:cxn modelId="{DA43EABF-ABAE-455E-98E8-D35E70411054}" srcId="{33666AF8-2A1B-4949-8C7B-027E28C1B6C5}" destId="{E792387E-EC07-4396-A037-188FD404BB16}" srcOrd="3" destOrd="0" parTransId="{7638FD29-6D87-446D-BFE4-2A64B2E1497C}" sibTransId="{2B80A79C-67EA-4A32-B9D8-8724BD157F53}"/>
    <dgm:cxn modelId="{8EC635C2-B333-4A1E-963C-465BC5FF80C1}" type="presOf" srcId="{0042F55D-0250-4DC9-9355-69E7B605D094}" destId="{70415ABE-C67D-4B23-8CAD-414EA1F8F5C9}" srcOrd="0" destOrd="0" presId="urn:microsoft.com/office/officeart/2008/layout/HalfCircleOrganizationChart"/>
    <dgm:cxn modelId="{745D3BC2-CDAD-477F-ADE5-F44D4DFA028B}" type="presOf" srcId="{33666AF8-2A1B-4949-8C7B-027E28C1B6C5}" destId="{23AA5D09-C68F-4314-885D-8928A7E60776}" srcOrd="0" destOrd="0" presId="urn:microsoft.com/office/officeart/2008/layout/HalfCircleOrganizationChart"/>
    <dgm:cxn modelId="{8672A1CF-7AF8-49DB-8A2E-C39A9CADC2C2}" type="presOf" srcId="{FA38710D-BAF1-477B-86B5-B0C742D9FC8B}" destId="{214175EA-DE5B-4C75-8164-AEE995DA9C6B}" srcOrd="0" destOrd="0" presId="urn:microsoft.com/office/officeart/2008/layout/HalfCircleOrganizationChart"/>
    <dgm:cxn modelId="{67C02FD1-C702-4FDB-9AC5-C38E97A9DE6D}" type="presOf" srcId="{468BCD56-B35F-46E8-BB29-DF8FA6E2D2DE}" destId="{38DB08F9-A258-4169-85E8-1A0DDD0D9E6E}" srcOrd="0" destOrd="0" presId="urn:microsoft.com/office/officeart/2008/layout/HalfCircleOrganizationChart"/>
    <dgm:cxn modelId="{3944E5E0-3F3A-456E-811E-1A7729131454}" type="presOf" srcId="{DEC6E542-151D-428A-979C-F0514E84E6E0}" destId="{6C352FB5-3BBC-462A-A6FE-F47E0A0E7F9B}" srcOrd="0" destOrd="0" presId="urn:microsoft.com/office/officeart/2008/layout/HalfCircleOrganizationChart"/>
    <dgm:cxn modelId="{7188FBE0-553E-473E-85A1-6BD0FF39B375}" type="presOf" srcId="{654A9EF1-E49C-447A-906E-A827BAC98528}" destId="{F5A9AF5B-EBA9-4724-886C-2666E8F3C8E5}" srcOrd="0" destOrd="0" presId="urn:microsoft.com/office/officeart/2008/layout/HalfCircleOrganizationChart"/>
    <dgm:cxn modelId="{77986CE5-BE5B-490A-8936-F2DD5710641F}" type="presOf" srcId="{B1C3D6EE-D638-4F13-AA95-E22FC92AE8CC}" destId="{1F2EE2AC-41E9-41BA-A828-F13DC18BFA30}" srcOrd="0" destOrd="0" presId="urn:microsoft.com/office/officeart/2008/layout/HalfCircleOrganizationChart"/>
    <dgm:cxn modelId="{58384AF0-E359-44AA-8082-C375D5AA5639}" type="presOf" srcId="{33666AF8-2A1B-4949-8C7B-027E28C1B6C5}" destId="{1AF98D24-94C9-4B47-B7DD-9EE0D0A9D2BC}" srcOrd="1" destOrd="0" presId="urn:microsoft.com/office/officeart/2008/layout/HalfCircleOrganizationChart"/>
    <dgm:cxn modelId="{01933AF5-49CB-49E9-B985-5F1BB1C14EA3}" type="presOf" srcId="{461C9C4B-A3BB-458F-8964-9EDF1F368BBF}" destId="{831E4CEE-D73E-4A4E-B2F5-0C0033BE631A}" srcOrd="0" destOrd="0" presId="urn:microsoft.com/office/officeart/2008/layout/HalfCircleOrganizationChart"/>
    <dgm:cxn modelId="{0B0E0EF6-73F8-4870-A14E-1D1C6CCE3A08}" srcId="{7C756CFC-5C9D-495D-B86F-7903DAD49BB5}" destId="{4473C7C4-5CD3-44B7-8EF9-37EFDA13C182}" srcOrd="0" destOrd="0" parTransId="{468BCD56-B35F-46E8-BB29-DF8FA6E2D2DE}" sibTransId="{6B5B14D8-40B0-421A-B502-C7979935F2E3}"/>
    <dgm:cxn modelId="{A10800F8-9230-46AF-91CB-3C9E58D59659}" type="presOf" srcId="{E792387E-EC07-4396-A037-188FD404BB16}" destId="{D68CBBC0-DC93-4DAA-B231-728DA936A7F5}" srcOrd="0" destOrd="0" presId="urn:microsoft.com/office/officeart/2008/layout/HalfCircleOrganizationChart"/>
    <dgm:cxn modelId="{C536C0F9-CD9E-4187-92B0-8CD05EF2347E}" srcId="{B1C3D6EE-D638-4F13-AA95-E22FC92AE8CC}" destId="{7C756CFC-5C9D-495D-B86F-7903DAD49BB5}" srcOrd="0" destOrd="0" parTransId="{1399ED9D-3047-42ED-B0D6-C30B73B02286}" sibTransId="{A3419EC5-7F48-4DD2-9E30-7FEAE6770018}"/>
    <dgm:cxn modelId="{22FEE9FE-402A-4326-9F59-2E415E8C32FD}" type="presOf" srcId="{930AC837-C96D-4E58-89EE-E800B57E97A5}" destId="{6D9FBDE4-476E-4941-8E43-91FC781EC023}" srcOrd="0" destOrd="0" presId="urn:microsoft.com/office/officeart/2008/layout/HalfCircleOrganizationChart"/>
    <dgm:cxn modelId="{C748F11F-4807-4D5B-852E-BCD3D8F39331}" type="presParOf" srcId="{1F2EE2AC-41E9-41BA-A828-F13DC18BFA30}" destId="{194A903C-13C8-4A46-B0B6-782A6D066F1F}" srcOrd="0" destOrd="0" presId="urn:microsoft.com/office/officeart/2008/layout/HalfCircleOrganizationChart"/>
    <dgm:cxn modelId="{08757141-81CD-4F9F-B164-1C10938807BE}" type="presParOf" srcId="{194A903C-13C8-4A46-B0B6-782A6D066F1F}" destId="{D0C71682-2F4C-4E3E-95C9-98562CC522BF}" srcOrd="0" destOrd="0" presId="urn:microsoft.com/office/officeart/2008/layout/HalfCircleOrganizationChart"/>
    <dgm:cxn modelId="{7853606D-8BD6-4C90-A4F2-DBFFC685C06D}" type="presParOf" srcId="{D0C71682-2F4C-4E3E-95C9-98562CC522BF}" destId="{78BDC899-E0F3-43C9-A279-85A5AACABAF3}" srcOrd="0" destOrd="0" presId="urn:microsoft.com/office/officeart/2008/layout/HalfCircleOrganizationChart"/>
    <dgm:cxn modelId="{15F0C4A8-3BB7-4D31-8F9D-F4EBEEE2EAA4}" type="presParOf" srcId="{D0C71682-2F4C-4E3E-95C9-98562CC522BF}" destId="{AC18D58C-21E3-46B6-95EE-DA46E1C7B1F2}" srcOrd="1" destOrd="0" presId="urn:microsoft.com/office/officeart/2008/layout/HalfCircleOrganizationChart"/>
    <dgm:cxn modelId="{F3082F2A-7024-4F4E-8DD3-75059E423155}" type="presParOf" srcId="{D0C71682-2F4C-4E3E-95C9-98562CC522BF}" destId="{6240B32D-3266-484A-A3EA-F7334F4530ED}" srcOrd="2" destOrd="0" presId="urn:microsoft.com/office/officeart/2008/layout/HalfCircleOrganizationChart"/>
    <dgm:cxn modelId="{C85C6DB5-685D-4A9B-90F3-5082B5F87885}" type="presParOf" srcId="{D0C71682-2F4C-4E3E-95C9-98562CC522BF}" destId="{1734BC66-6275-47B4-BA9C-304AF79CAFC3}" srcOrd="3" destOrd="0" presId="urn:microsoft.com/office/officeart/2008/layout/HalfCircleOrganizationChart"/>
    <dgm:cxn modelId="{42049D0E-717E-4C0A-AD94-DAEE0847C3EB}" type="presParOf" srcId="{194A903C-13C8-4A46-B0B6-782A6D066F1F}" destId="{FEF3E291-0EB2-4F70-85AC-0EB840751099}" srcOrd="1" destOrd="0" presId="urn:microsoft.com/office/officeart/2008/layout/HalfCircleOrganizationChart"/>
    <dgm:cxn modelId="{85882E54-539C-4245-8D79-57C74A04D5D9}" type="presParOf" srcId="{FEF3E291-0EB2-4F70-85AC-0EB840751099}" destId="{38DB08F9-A258-4169-85E8-1A0DDD0D9E6E}" srcOrd="0" destOrd="0" presId="urn:microsoft.com/office/officeart/2008/layout/HalfCircleOrganizationChart"/>
    <dgm:cxn modelId="{E04DA3B7-6111-4B6F-9332-EE569AA86E26}" type="presParOf" srcId="{FEF3E291-0EB2-4F70-85AC-0EB840751099}" destId="{C2850833-DAA7-482D-ABB3-F5E677CEECCF}" srcOrd="1" destOrd="0" presId="urn:microsoft.com/office/officeart/2008/layout/HalfCircleOrganizationChart"/>
    <dgm:cxn modelId="{A5796889-E1E6-4DD0-8D9B-D15C09A571D8}" type="presParOf" srcId="{C2850833-DAA7-482D-ABB3-F5E677CEECCF}" destId="{C8E5334F-BEEE-4AA7-9AC0-250B981539B4}" srcOrd="0" destOrd="0" presId="urn:microsoft.com/office/officeart/2008/layout/HalfCircleOrganizationChart"/>
    <dgm:cxn modelId="{11900454-5AF2-4A34-A2DC-716BBC579F4D}" type="presParOf" srcId="{C8E5334F-BEEE-4AA7-9AC0-250B981539B4}" destId="{B53DE281-BD62-4523-9AC6-B564A1121320}" srcOrd="0" destOrd="0" presId="urn:microsoft.com/office/officeart/2008/layout/HalfCircleOrganizationChart"/>
    <dgm:cxn modelId="{5211D477-5945-40CB-A0B6-4CF15396530F}" type="presParOf" srcId="{C8E5334F-BEEE-4AA7-9AC0-250B981539B4}" destId="{8367DD95-632A-43B1-8520-730A4383AD5B}" srcOrd="1" destOrd="0" presId="urn:microsoft.com/office/officeart/2008/layout/HalfCircleOrganizationChart"/>
    <dgm:cxn modelId="{5DAD1F61-E6DD-4265-B703-557096970DE4}" type="presParOf" srcId="{C8E5334F-BEEE-4AA7-9AC0-250B981539B4}" destId="{8DDAC3EE-AC96-4994-91B6-D479C9764ABF}" srcOrd="2" destOrd="0" presId="urn:microsoft.com/office/officeart/2008/layout/HalfCircleOrganizationChart"/>
    <dgm:cxn modelId="{EA32FEA9-9EE3-41B1-A1D0-3F20D820AE5B}" type="presParOf" srcId="{C8E5334F-BEEE-4AA7-9AC0-250B981539B4}" destId="{4CB9687B-E830-4542-9CF8-AF14EDFADAD6}" srcOrd="3" destOrd="0" presId="urn:microsoft.com/office/officeart/2008/layout/HalfCircleOrganizationChart"/>
    <dgm:cxn modelId="{1C7709D4-4A42-4FD4-A073-FF639442F299}" type="presParOf" srcId="{C2850833-DAA7-482D-ABB3-F5E677CEECCF}" destId="{B167A618-C4BC-4E68-91D9-9EF3D729FD21}" srcOrd="1" destOrd="0" presId="urn:microsoft.com/office/officeart/2008/layout/HalfCircleOrganizationChart"/>
    <dgm:cxn modelId="{8C9EAC7B-1EF3-4685-850D-BBDB4374289B}" type="presParOf" srcId="{B167A618-C4BC-4E68-91D9-9EF3D729FD21}" destId="{44717FAB-C506-4B41-9965-074DD8402CBA}" srcOrd="0" destOrd="0" presId="urn:microsoft.com/office/officeart/2008/layout/HalfCircleOrganizationChart"/>
    <dgm:cxn modelId="{A24D0F16-9931-4654-B528-DEB89F76BC58}" type="presParOf" srcId="{B167A618-C4BC-4E68-91D9-9EF3D729FD21}" destId="{1B7C5F72-2028-406F-8AEE-B15139AC7554}" srcOrd="1" destOrd="0" presId="urn:microsoft.com/office/officeart/2008/layout/HalfCircleOrganizationChart"/>
    <dgm:cxn modelId="{C9C8B765-4747-4F89-A26C-E504EB40976E}" type="presParOf" srcId="{1B7C5F72-2028-406F-8AEE-B15139AC7554}" destId="{B728FA10-A805-427D-A4E3-6C88CBA4012D}" srcOrd="0" destOrd="0" presId="urn:microsoft.com/office/officeart/2008/layout/HalfCircleOrganizationChart"/>
    <dgm:cxn modelId="{FA1C148D-0DAE-4008-BDE0-D5B3898B833F}" type="presParOf" srcId="{B728FA10-A805-427D-A4E3-6C88CBA4012D}" destId="{70415ABE-C67D-4B23-8CAD-414EA1F8F5C9}" srcOrd="0" destOrd="0" presId="urn:microsoft.com/office/officeart/2008/layout/HalfCircleOrganizationChart"/>
    <dgm:cxn modelId="{7DA1B2E2-A933-4B83-8672-B2BD22364C2F}" type="presParOf" srcId="{B728FA10-A805-427D-A4E3-6C88CBA4012D}" destId="{FAD99ED3-A562-4EC8-9030-5B7C3EB44D60}" srcOrd="1" destOrd="0" presId="urn:microsoft.com/office/officeart/2008/layout/HalfCircleOrganizationChart"/>
    <dgm:cxn modelId="{BCC99A7C-1DAB-4CC5-A963-97AF769B6313}" type="presParOf" srcId="{B728FA10-A805-427D-A4E3-6C88CBA4012D}" destId="{19CB22CE-303C-4040-B940-2555EE36BD11}" srcOrd="2" destOrd="0" presId="urn:microsoft.com/office/officeart/2008/layout/HalfCircleOrganizationChart"/>
    <dgm:cxn modelId="{CE9E45E7-5696-4E2F-B78D-A423BE624D0E}" type="presParOf" srcId="{B728FA10-A805-427D-A4E3-6C88CBA4012D}" destId="{6B75507E-D677-47F2-A626-FCC2A5D80118}" srcOrd="3" destOrd="0" presId="urn:microsoft.com/office/officeart/2008/layout/HalfCircleOrganizationChart"/>
    <dgm:cxn modelId="{AC5551D1-EBE9-4AEA-9EC3-4E809D4D7D9D}" type="presParOf" srcId="{1B7C5F72-2028-406F-8AEE-B15139AC7554}" destId="{EB8CD763-FC52-4628-9E8E-E31A7DA75E7D}" srcOrd="1" destOrd="0" presId="urn:microsoft.com/office/officeart/2008/layout/HalfCircleOrganizationChart"/>
    <dgm:cxn modelId="{55D94074-D12E-4A26-A929-64AC75A36821}" type="presParOf" srcId="{1B7C5F72-2028-406F-8AEE-B15139AC7554}" destId="{28AC6DF6-E1E5-4BAF-B3AC-D7C6F1B5F3AD}" srcOrd="2" destOrd="0" presId="urn:microsoft.com/office/officeart/2008/layout/HalfCircleOrganizationChart"/>
    <dgm:cxn modelId="{1E9113E8-8EDA-4EBC-82DF-6B228F6CD737}" type="presParOf" srcId="{B167A618-C4BC-4E68-91D9-9EF3D729FD21}" destId="{F5A9AF5B-EBA9-4724-886C-2666E8F3C8E5}" srcOrd="2" destOrd="0" presId="urn:microsoft.com/office/officeart/2008/layout/HalfCircleOrganizationChart"/>
    <dgm:cxn modelId="{6FE7D36F-C2E4-4ED4-8B2B-467CDBC4BA8A}" type="presParOf" srcId="{B167A618-C4BC-4E68-91D9-9EF3D729FD21}" destId="{8EDA0C78-E4A1-4560-9D3C-4E6122C2EE7D}" srcOrd="3" destOrd="0" presId="urn:microsoft.com/office/officeart/2008/layout/HalfCircleOrganizationChart"/>
    <dgm:cxn modelId="{9B8607E0-B50C-4250-89A2-8567F9C661F0}" type="presParOf" srcId="{8EDA0C78-E4A1-4560-9D3C-4E6122C2EE7D}" destId="{96246836-679E-409E-81A2-2F2589E2C7CA}" srcOrd="0" destOrd="0" presId="urn:microsoft.com/office/officeart/2008/layout/HalfCircleOrganizationChart"/>
    <dgm:cxn modelId="{40BDAEC9-69B9-4F30-8D93-6902C7B1564B}" type="presParOf" srcId="{96246836-679E-409E-81A2-2F2589E2C7CA}" destId="{82118D40-6388-4573-AD8C-377DD89280DC}" srcOrd="0" destOrd="0" presId="urn:microsoft.com/office/officeart/2008/layout/HalfCircleOrganizationChart"/>
    <dgm:cxn modelId="{65E0EF22-983A-42C3-AFF5-5490B8DADFAD}" type="presParOf" srcId="{96246836-679E-409E-81A2-2F2589E2C7CA}" destId="{4E423021-C518-45CC-9708-AB807029252B}" srcOrd="1" destOrd="0" presId="urn:microsoft.com/office/officeart/2008/layout/HalfCircleOrganizationChart"/>
    <dgm:cxn modelId="{7796513A-CECA-4B9D-9A08-A533F2C40E19}" type="presParOf" srcId="{96246836-679E-409E-81A2-2F2589E2C7CA}" destId="{93461AF0-E69E-4480-9145-863B79B7AF01}" srcOrd="2" destOrd="0" presId="urn:microsoft.com/office/officeart/2008/layout/HalfCircleOrganizationChart"/>
    <dgm:cxn modelId="{0E059BB0-AA5D-4C8D-91B7-042FF7868D7F}" type="presParOf" srcId="{96246836-679E-409E-81A2-2F2589E2C7CA}" destId="{02CCF568-AB0E-49B2-93DC-A8EC7E126594}" srcOrd="3" destOrd="0" presId="urn:microsoft.com/office/officeart/2008/layout/HalfCircleOrganizationChart"/>
    <dgm:cxn modelId="{38BC65C2-6CF7-4119-A59F-24FBFA00BAF8}" type="presParOf" srcId="{8EDA0C78-E4A1-4560-9D3C-4E6122C2EE7D}" destId="{7B091562-AA68-40EC-9694-324822A9A4C9}" srcOrd="1" destOrd="0" presId="urn:microsoft.com/office/officeart/2008/layout/HalfCircleOrganizationChart"/>
    <dgm:cxn modelId="{A5B70D0C-23D5-4D28-909A-5BD16D30D160}" type="presParOf" srcId="{8EDA0C78-E4A1-4560-9D3C-4E6122C2EE7D}" destId="{F0231696-36F8-483E-A8E4-94CE57C7418E}" srcOrd="2" destOrd="0" presId="urn:microsoft.com/office/officeart/2008/layout/HalfCircleOrganizationChart"/>
    <dgm:cxn modelId="{CA8E21A6-D4C9-4A66-904E-6C373252A82A}" type="presParOf" srcId="{B167A618-C4BC-4E68-91D9-9EF3D729FD21}" destId="{760B187D-CE7E-4F93-999B-45E6DCDF9001}" srcOrd="4" destOrd="0" presId="urn:microsoft.com/office/officeart/2008/layout/HalfCircleOrganizationChart"/>
    <dgm:cxn modelId="{54BE0F00-6F99-4717-B111-642D51885D06}" type="presParOf" srcId="{B167A618-C4BC-4E68-91D9-9EF3D729FD21}" destId="{49F5F53A-6BB4-4396-B401-B0EFA4336B2C}" srcOrd="5" destOrd="0" presId="urn:microsoft.com/office/officeart/2008/layout/HalfCircleOrganizationChart"/>
    <dgm:cxn modelId="{55C8A951-6222-4064-8A30-D580EB6FF043}" type="presParOf" srcId="{49F5F53A-6BB4-4396-B401-B0EFA4336B2C}" destId="{CC15304F-F96E-45BF-974A-5392F30D26C2}" srcOrd="0" destOrd="0" presId="urn:microsoft.com/office/officeart/2008/layout/HalfCircleOrganizationChart"/>
    <dgm:cxn modelId="{36387B49-2E15-45B1-94DF-94E8092CA106}" type="presParOf" srcId="{CC15304F-F96E-45BF-974A-5392F30D26C2}" destId="{55840BD8-E397-456E-ABC0-51CC8DB9AC2C}" srcOrd="0" destOrd="0" presId="urn:microsoft.com/office/officeart/2008/layout/HalfCircleOrganizationChart"/>
    <dgm:cxn modelId="{D33F1556-0EF7-494F-85A9-2B7075551DA5}" type="presParOf" srcId="{CC15304F-F96E-45BF-974A-5392F30D26C2}" destId="{9B512DB0-F19F-4A0C-8ED3-46396B3B8858}" srcOrd="1" destOrd="0" presId="urn:microsoft.com/office/officeart/2008/layout/HalfCircleOrganizationChart"/>
    <dgm:cxn modelId="{657FB629-821C-4CCB-90A3-E06E1CF61641}" type="presParOf" srcId="{CC15304F-F96E-45BF-974A-5392F30D26C2}" destId="{3BEFA184-2C1D-4ACA-B001-F50A2BF2AD2C}" srcOrd="2" destOrd="0" presId="urn:microsoft.com/office/officeart/2008/layout/HalfCircleOrganizationChart"/>
    <dgm:cxn modelId="{3FE8DF8A-F95E-4106-BFDD-87004B1CA70F}" type="presParOf" srcId="{CC15304F-F96E-45BF-974A-5392F30D26C2}" destId="{1C75C447-5776-4309-A471-91533AA5A404}" srcOrd="3" destOrd="0" presId="urn:microsoft.com/office/officeart/2008/layout/HalfCircleOrganizationChart"/>
    <dgm:cxn modelId="{D4A36175-2088-4F40-9C42-1F12406226BC}" type="presParOf" srcId="{49F5F53A-6BB4-4396-B401-B0EFA4336B2C}" destId="{F5DF908D-DB97-4B2F-9093-66A4C5E174DA}" srcOrd="1" destOrd="0" presId="urn:microsoft.com/office/officeart/2008/layout/HalfCircleOrganizationChart"/>
    <dgm:cxn modelId="{B327D7B3-A47B-4DB9-8EE9-33EA1C8C19AC}" type="presParOf" srcId="{49F5F53A-6BB4-4396-B401-B0EFA4336B2C}" destId="{02AC3957-B7F1-4C84-9F99-1EE0E885C31A}" srcOrd="2" destOrd="0" presId="urn:microsoft.com/office/officeart/2008/layout/HalfCircleOrganizationChart"/>
    <dgm:cxn modelId="{A60F97A2-BC4A-4906-B613-B34997E5707E}" type="presParOf" srcId="{B167A618-C4BC-4E68-91D9-9EF3D729FD21}" destId="{406A34A3-BC48-4F20-8523-174591675BA7}" srcOrd="6" destOrd="0" presId="urn:microsoft.com/office/officeart/2008/layout/HalfCircleOrganizationChart"/>
    <dgm:cxn modelId="{92D190D8-06DC-45C6-8740-0F3BA07B9800}" type="presParOf" srcId="{B167A618-C4BC-4E68-91D9-9EF3D729FD21}" destId="{7275D915-E0AD-467C-BF3F-5A8B822C056B}" srcOrd="7" destOrd="0" presId="urn:microsoft.com/office/officeart/2008/layout/HalfCircleOrganizationChart"/>
    <dgm:cxn modelId="{3732FA33-7F4C-41B0-B77C-372E075F8A01}" type="presParOf" srcId="{7275D915-E0AD-467C-BF3F-5A8B822C056B}" destId="{E60B0EB3-95BC-4C9F-B728-95D4DA7D4112}" srcOrd="0" destOrd="0" presId="urn:microsoft.com/office/officeart/2008/layout/HalfCircleOrganizationChart"/>
    <dgm:cxn modelId="{C0BA2A0F-F5FE-48B7-95AE-0BB4BC11A601}" type="presParOf" srcId="{E60B0EB3-95BC-4C9F-B728-95D4DA7D4112}" destId="{4E5F7C36-1769-430D-992B-0E831C2A6599}" srcOrd="0" destOrd="0" presId="urn:microsoft.com/office/officeart/2008/layout/HalfCircleOrganizationChart"/>
    <dgm:cxn modelId="{C8984BA5-61AF-4333-8559-6BA25E77E80D}" type="presParOf" srcId="{E60B0EB3-95BC-4C9F-B728-95D4DA7D4112}" destId="{E3AA79F6-D811-4961-BD75-650FF629D077}" srcOrd="1" destOrd="0" presId="urn:microsoft.com/office/officeart/2008/layout/HalfCircleOrganizationChart"/>
    <dgm:cxn modelId="{5AC5A965-6EAA-4441-BA53-694B9F1A3B10}" type="presParOf" srcId="{E60B0EB3-95BC-4C9F-B728-95D4DA7D4112}" destId="{AC0B2D30-CD3E-4CBE-BD79-2A7E6F66FC3C}" srcOrd="2" destOrd="0" presId="urn:microsoft.com/office/officeart/2008/layout/HalfCircleOrganizationChart"/>
    <dgm:cxn modelId="{42511335-E15D-4112-9E7F-EE00FBCF723B}" type="presParOf" srcId="{E60B0EB3-95BC-4C9F-B728-95D4DA7D4112}" destId="{292C79D8-8CC3-4E91-8463-50DA6C111C2E}" srcOrd="3" destOrd="0" presId="urn:microsoft.com/office/officeart/2008/layout/HalfCircleOrganizationChart"/>
    <dgm:cxn modelId="{E63F08F2-C929-4B40-AF29-3DCB0D4E128F}" type="presParOf" srcId="{7275D915-E0AD-467C-BF3F-5A8B822C056B}" destId="{FCB663BD-A4DB-4FA8-BBAF-1CFC92E49943}" srcOrd="1" destOrd="0" presId="urn:microsoft.com/office/officeart/2008/layout/HalfCircleOrganizationChart"/>
    <dgm:cxn modelId="{39525756-4107-4AAC-9E81-CEF5F40A3F9D}" type="presParOf" srcId="{7275D915-E0AD-467C-BF3F-5A8B822C056B}" destId="{AB1EE29C-A7C5-49B8-A4FF-5819E799ED15}" srcOrd="2" destOrd="0" presId="urn:microsoft.com/office/officeart/2008/layout/HalfCircleOrganizationChart"/>
    <dgm:cxn modelId="{24ED77A3-B733-4A11-AFC1-EF8C09C69976}" type="presParOf" srcId="{C2850833-DAA7-482D-ABB3-F5E677CEECCF}" destId="{77A5122D-D181-4D99-805D-1275746CF593}" srcOrd="2" destOrd="0" presId="urn:microsoft.com/office/officeart/2008/layout/HalfCircleOrganizationChart"/>
    <dgm:cxn modelId="{B4722E99-ED2C-4336-A8F6-B2D79D62FDEF}" type="presParOf" srcId="{FEF3E291-0EB2-4F70-85AC-0EB840751099}" destId="{DAC1E42F-F654-440D-83FF-68681DD04D93}" srcOrd="2" destOrd="0" presId="urn:microsoft.com/office/officeart/2008/layout/HalfCircleOrganizationChart"/>
    <dgm:cxn modelId="{A7F6580F-6993-4F50-AA4B-AFF29358C03E}" type="presParOf" srcId="{FEF3E291-0EB2-4F70-85AC-0EB840751099}" destId="{5CB69454-AF3A-44A7-A3C7-45560720BC83}" srcOrd="3" destOrd="0" presId="urn:microsoft.com/office/officeart/2008/layout/HalfCircleOrganizationChart"/>
    <dgm:cxn modelId="{281B5598-4C24-424C-A3D2-2F29BDD0A983}" type="presParOf" srcId="{5CB69454-AF3A-44A7-A3C7-45560720BC83}" destId="{A2A502B2-4152-4883-8B54-EC6A068A479F}" srcOrd="0" destOrd="0" presId="urn:microsoft.com/office/officeart/2008/layout/HalfCircleOrganizationChart"/>
    <dgm:cxn modelId="{C66991C9-1468-47A4-AE5A-F5D669AF1E6F}" type="presParOf" srcId="{A2A502B2-4152-4883-8B54-EC6A068A479F}" destId="{23AA5D09-C68F-4314-885D-8928A7E60776}" srcOrd="0" destOrd="0" presId="urn:microsoft.com/office/officeart/2008/layout/HalfCircleOrganizationChart"/>
    <dgm:cxn modelId="{FFC80EB3-EBA9-403E-A39F-E359EC23FFF0}" type="presParOf" srcId="{A2A502B2-4152-4883-8B54-EC6A068A479F}" destId="{B35A88FF-D25D-4B50-81F1-3A72E36EBF15}" srcOrd="1" destOrd="0" presId="urn:microsoft.com/office/officeart/2008/layout/HalfCircleOrganizationChart"/>
    <dgm:cxn modelId="{47FE61B7-C86C-4F93-9AB9-67878AC1AE92}" type="presParOf" srcId="{A2A502B2-4152-4883-8B54-EC6A068A479F}" destId="{A65973C7-ADB7-4DA3-8EB2-D48BC46D3DB6}" srcOrd="2" destOrd="0" presId="urn:microsoft.com/office/officeart/2008/layout/HalfCircleOrganizationChart"/>
    <dgm:cxn modelId="{EA6A853E-AA7A-432D-A1AA-8577449276FF}" type="presParOf" srcId="{A2A502B2-4152-4883-8B54-EC6A068A479F}" destId="{1AF98D24-94C9-4B47-B7DD-9EE0D0A9D2BC}" srcOrd="3" destOrd="0" presId="urn:microsoft.com/office/officeart/2008/layout/HalfCircleOrganizationChart"/>
    <dgm:cxn modelId="{31CFD865-0A2C-4D5E-8693-D2AFD704E453}" type="presParOf" srcId="{5CB69454-AF3A-44A7-A3C7-45560720BC83}" destId="{0E736572-7D36-431F-B230-7CE7DCE849F3}" srcOrd="1" destOrd="0" presId="urn:microsoft.com/office/officeart/2008/layout/HalfCircleOrganizationChart"/>
    <dgm:cxn modelId="{F8EFBD9B-AAA7-48DC-843E-2E95E6EA02C7}" type="presParOf" srcId="{0E736572-7D36-431F-B230-7CE7DCE849F3}" destId="{52441DBE-4B99-411C-B0BE-20BB7ADB07F6}" srcOrd="0" destOrd="0" presId="urn:microsoft.com/office/officeart/2008/layout/HalfCircleOrganizationChart"/>
    <dgm:cxn modelId="{FFF5A97F-8957-451F-AB3C-68DCE455C05A}" type="presParOf" srcId="{0E736572-7D36-431F-B230-7CE7DCE849F3}" destId="{437D0729-D29D-4AB8-ABDB-70EE1EE840A0}" srcOrd="1" destOrd="0" presId="urn:microsoft.com/office/officeart/2008/layout/HalfCircleOrganizationChart"/>
    <dgm:cxn modelId="{4EE98A43-7A21-40B1-BE25-AC5E8E4524CA}" type="presParOf" srcId="{437D0729-D29D-4AB8-ABDB-70EE1EE840A0}" destId="{5BAFCD43-3E1B-4C6C-98C4-9778F39CADBF}" srcOrd="0" destOrd="0" presId="urn:microsoft.com/office/officeart/2008/layout/HalfCircleOrganizationChart"/>
    <dgm:cxn modelId="{A3A82258-541C-43DD-938E-50B8B83B7DF6}" type="presParOf" srcId="{5BAFCD43-3E1B-4C6C-98C4-9778F39CADBF}" destId="{732BB31B-9DF1-4E50-9808-2E4E247DA354}" srcOrd="0" destOrd="0" presId="urn:microsoft.com/office/officeart/2008/layout/HalfCircleOrganizationChart"/>
    <dgm:cxn modelId="{A1AE7E69-88AB-4081-9EFE-BBF2B7E6D0F7}" type="presParOf" srcId="{5BAFCD43-3E1B-4C6C-98C4-9778F39CADBF}" destId="{E49490C1-42E5-431E-A725-BFCB9B0B7CA3}" srcOrd="1" destOrd="0" presId="urn:microsoft.com/office/officeart/2008/layout/HalfCircleOrganizationChart"/>
    <dgm:cxn modelId="{1533A7EC-C84C-43D0-98C3-77717F45436A}" type="presParOf" srcId="{5BAFCD43-3E1B-4C6C-98C4-9778F39CADBF}" destId="{3C0C4E98-CA41-4CB2-BD70-D7FA77405413}" srcOrd="2" destOrd="0" presId="urn:microsoft.com/office/officeart/2008/layout/HalfCircleOrganizationChart"/>
    <dgm:cxn modelId="{BAA9012F-1A0C-46C7-B373-91811B2720E1}" type="presParOf" srcId="{5BAFCD43-3E1B-4C6C-98C4-9778F39CADBF}" destId="{C2F2C85A-C297-4604-A6FD-D58EE0E67FA4}" srcOrd="3" destOrd="0" presId="urn:microsoft.com/office/officeart/2008/layout/HalfCircleOrganizationChart"/>
    <dgm:cxn modelId="{7A2B1C6B-2726-4AE9-9654-5B49D5B0B47A}" type="presParOf" srcId="{437D0729-D29D-4AB8-ABDB-70EE1EE840A0}" destId="{BF2479D8-71D5-4052-9DED-1B99538043C6}" srcOrd="1" destOrd="0" presId="urn:microsoft.com/office/officeart/2008/layout/HalfCircleOrganizationChart"/>
    <dgm:cxn modelId="{D218D838-CE41-47A1-864B-831456212FE9}" type="presParOf" srcId="{437D0729-D29D-4AB8-ABDB-70EE1EE840A0}" destId="{A1714204-A599-4637-9B19-1FE465FEC5A7}" srcOrd="2" destOrd="0" presId="urn:microsoft.com/office/officeart/2008/layout/HalfCircleOrganizationChart"/>
    <dgm:cxn modelId="{E9DBF277-E82F-40B3-BFE7-ADDDE017EF81}" type="presParOf" srcId="{0E736572-7D36-431F-B230-7CE7DCE849F3}" destId="{831E4CEE-D73E-4A4E-B2F5-0C0033BE631A}" srcOrd="2" destOrd="0" presId="urn:microsoft.com/office/officeart/2008/layout/HalfCircleOrganizationChart"/>
    <dgm:cxn modelId="{E960F391-BCF9-476E-BCB4-F922A9E60EFF}" type="presParOf" srcId="{0E736572-7D36-431F-B230-7CE7DCE849F3}" destId="{A20F7EF6-D69B-45FB-A3FE-55F11031AB45}" srcOrd="3" destOrd="0" presId="urn:microsoft.com/office/officeart/2008/layout/HalfCircleOrganizationChart"/>
    <dgm:cxn modelId="{7568E234-C021-45FC-9359-6F32FAD19AD5}" type="presParOf" srcId="{A20F7EF6-D69B-45FB-A3FE-55F11031AB45}" destId="{8184077F-4611-4A08-9138-046781DC9F6E}" srcOrd="0" destOrd="0" presId="urn:microsoft.com/office/officeart/2008/layout/HalfCircleOrganizationChart"/>
    <dgm:cxn modelId="{CE3B0601-D357-4AA8-9C4B-49BFC81916C0}" type="presParOf" srcId="{8184077F-4611-4A08-9138-046781DC9F6E}" destId="{04595DEC-B527-4394-A9ED-5B8E32A1710F}" srcOrd="0" destOrd="0" presId="urn:microsoft.com/office/officeart/2008/layout/HalfCircleOrganizationChart"/>
    <dgm:cxn modelId="{DDAF99B0-3D0D-4348-A1F4-5A9AB59EB02F}" type="presParOf" srcId="{8184077F-4611-4A08-9138-046781DC9F6E}" destId="{BABA119E-6836-4BC9-8AB5-CFA45BAD5FE6}" srcOrd="1" destOrd="0" presId="urn:microsoft.com/office/officeart/2008/layout/HalfCircleOrganizationChart"/>
    <dgm:cxn modelId="{CA2BF818-EA12-4F26-BC5D-9FC1AA2C535C}" type="presParOf" srcId="{8184077F-4611-4A08-9138-046781DC9F6E}" destId="{3BAB7A56-61F9-4405-B42F-55174490055F}" srcOrd="2" destOrd="0" presId="urn:microsoft.com/office/officeart/2008/layout/HalfCircleOrganizationChart"/>
    <dgm:cxn modelId="{6C1A0F36-5A67-4305-B0A5-DE34261F7803}" type="presParOf" srcId="{8184077F-4611-4A08-9138-046781DC9F6E}" destId="{27F0DA62-1E4A-4BBB-B81C-A5A6AAA3BACA}" srcOrd="3" destOrd="0" presId="urn:microsoft.com/office/officeart/2008/layout/HalfCircleOrganizationChart"/>
    <dgm:cxn modelId="{13DE9F83-7949-4FA9-B78C-8E76FCF666FE}" type="presParOf" srcId="{A20F7EF6-D69B-45FB-A3FE-55F11031AB45}" destId="{97DC411C-045D-41A4-A650-6F7011C5AAA2}" srcOrd="1" destOrd="0" presId="urn:microsoft.com/office/officeart/2008/layout/HalfCircleOrganizationChart"/>
    <dgm:cxn modelId="{AD3BF363-825D-4D7B-B772-E5665FCC15EA}" type="presParOf" srcId="{A20F7EF6-D69B-45FB-A3FE-55F11031AB45}" destId="{D02A082B-145D-4806-BD5A-01A207B948EB}" srcOrd="2" destOrd="0" presId="urn:microsoft.com/office/officeart/2008/layout/HalfCircleOrganizationChart"/>
    <dgm:cxn modelId="{B0F65A2A-E29C-4A5F-A275-B7608B01BB83}" type="presParOf" srcId="{0E736572-7D36-431F-B230-7CE7DCE849F3}" destId="{6C352FB5-3BBC-462A-A6FE-F47E0A0E7F9B}" srcOrd="4" destOrd="0" presId="urn:microsoft.com/office/officeart/2008/layout/HalfCircleOrganizationChart"/>
    <dgm:cxn modelId="{28224C65-0063-43D5-B825-CCEF5D2BC6A7}" type="presParOf" srcId="{0E736572-7D36-431F-B230-7CE7DCE849F3}" destId="{4342C08A-57D6-418D-8918-9224456C57A7}" srcOrd="5" destOrd="0" presId="urn:microsoft.com/office/officeart/2008/layout/HalfCircleOrganizationChart"/>
    <dgm:cxn modelId="{A9E74B81-3156-48C8-B66E-C0F1A31D9A8B}" type="presParOf" srcId="{4342C08A-57D6-418D-8918-9224456C57A7}" destId="{9DB28A53-4DE4-416E-A0DD-19A27E0CE9D6}" srcOrd="0" destOrd="0" presId="urn:microsoft.com/office/officeart/2008/layout/HalfCircleOrganizationChart"/>
    <dgm:cxn modelId="{BD24DB8C-23D9-4B18-8B3C-E807FADF9E47}" type="presParOf" srcId="{9DB28A53-4DE4-416E-A0DD-19A27E0CE9D6}" destId="{214175EA-DE5B-4C75-8164-AEE995DA9C6B}" srcOrd="0" destOrd="0" presId="urn:microsoft.com/office/officeart/2008/layout/HalfCircleOrganizationChart"/>
    <dgm:cxn modelId="{DDFEE6AD-4D67-4709-BA00-48D271768162}" type="presParOf" srcId="{9DB28A53-4DE4-416E-A0DD-19A27E0CE9D6}" destId="{B949E4A7-F9E5-4269-973B-D455713DF9DC}" srcOrd="1" destOrd="0" presId="urn:microsoft.com/office/officeart/2008/layout/HalfCircleOrganizationChart"/>
    <dgm:cxn modelId="{7E3DCF4F-8BF9-46F4-AFD3-74B447DAB25A}" type="presParOf" srcId="{9DB28A53-4DE4-416E-A0DD-19A27E0CE9D6}" destId="{0A0BD9F9-0059-4CBB-9E0D-280CD4693DFC}" srcOrd="2" destOrd="0" presId="urn:microsoft.com/office/officeart/2008/layout/HalfCircleOrganizationChart"/>
    <dgm:cxn modelId="{D0183F0C-0769-4550-9102-C6CC87A0028B}" type="presParOf" srcId="{9DB28A53-4DE4-416E-A0DD-19A27E0CE9D6}" destId="{FFCE8B48-4E8C-4E75-9ABC-E74E57AAA8B0}" srcOrd="3" destOrd="0" presId="urn:microsoft.com/office/officeart/2008/layout/HalfCircleOrganizationChart"/>
    <dgm:cxn modelId="{12EC0146-8F98-4B84-A652-A3CFE6D117D6}" type="presParOf" srcId="{4342C08A-57D6-418D-8918-9224456C57A7}" destId="{DEFD8B72-3766-42D9-9D48-6E64A3EC0E4E}" srcOrd="1" destOrd="0" presId="urn:microsoft.com/office/officeart/2008/layout/HalfCircleOrganizationChart"/>
    <dgm:cxn modelId="{D68F3A2F-09FC-478D-AA88-49E14F88BC48}" type="presParOf" srcId="{4342C08A-57D6-418D-8918-9224456C57A7}" destId="{A7446FFA-39D1-4E2D-B191-B2427E2BBB0D}" srcOrd="2" destOrd="0" presId="urn:microsoft.com/office/officeart/2008/layout/HalfCircleOrganizationChart"/>
    <dgm:cxn modelId="{C167699D-1306-400D-9E69-16B10532EFA2}" type="presParOf" srcId="{0E736572-7D36-431F-B230-7CE7DCE849F3}" destId="{351E84FD-B247-446C-A746-89ED7E735CD2}" srcOrd="6" destOrd="0" presId="urn:microsoft.com/office/officeart/2008/layout/HalfCircleOrganizationChart"/>
    <dgm:cxn modelId="{56B29CDF-A1B8-4C49-8D62-F7B0E25A0EA5}" type="presParOf" srcId="{0E736572-7D36-431F-B230-7CE7DCE849F3}" destId="{32974F98-23EF-4BF4-B4BD-835D26F61F16}" srcOrd="7" destOrd="0" presId="urn:microsoft.com/office/officeart/2008/layout/HalfCircleOrganizationChart"/>
    <dgm:cxn modelId="{25AE0B20-F6C3-4563-8D67-D08D338A6D30}" type="presParOf" srcId="{32974F98-23EF-4BF4-B4BD-835D26F61F16}" destId="{A366A6F0-093A-46AF-86E4-ED31A24A3A22}" srcOrd="0" destOrd="0" presId="urn:microsoft.com/office/officeart/2008/layout/HalfCircleOrganizationChart"/>
    <dgm:cxn modelId="{B6F2EBB5-B301-44FB-AC6B-B059F770A59C}" type="presParOf" srcId="{A366A6F0-093A-46AF-86E4-ED31A24A3A22}" destId="{D68CBBC0-DC93-4DAA-B231-728DA936A7F5}" srcOrd="0" destOrd="0" presId="urn:microsoft.com/office/officeart/2008/layout/HalfCircleOrganizationChart"/>
    <dgm:cxn modelId="{FC3B2388-6F69-4E44-8C3B-E3C3024A9227}" type="presParOf" srcId="{A366A6F0-093A-46AF-86E4-ED31A24A3A22}" destId="{919C8F3A-4249-4A4C-B714-FB69E40CC917}" srcOrd="1" destOrd="0" presId="urn:microsoft.com/office/officeart/2008/layout/HalfCircleOrganizationChart"/>
    <dgm:cxn modelId="{A816131D-0F31-4D30-9642-26C188FA269C}" type="presParOf" srcId="{A366A6F0-093A-46AF-86E4-ED31A24A3A22}" destId="{D6BAB86D-0167-46E8-A150-4D2A679007EF}" srcOrd="2" destOrd="0" presId="urn:microsoft.com/office/officeart/2008/layout/HalfCircleOrganizationChart"/>
    <dgm:cxn modelId="{19C23B4D-7282-4208-A320-04C2F20C715A}" type="presParOf" srcId="{A366A6F0-093A-46AF-86E4-ED31A24A3A22}" destId="{EDB5BD12-2792-4B08-B284-86CE198A97BE}" srcOrd="3" destOrd="0" presId="urn:microsoft.com/office/officeart/2008/layout/HalfCircleOrganizationChart"/>
    <dgm:cxn modelId="{636817DC-D999-4AC8-84ED-A59D0B34115B}" type="presParOf" srcId="{32974F98-23EF-4BF4-B4BD-835D26F61F16}" destId="{1DEF610D-6D28-4007-930A-727A938854E6}" srcOrd="1" destOrd="0" presId="urn:microsoft.com/office/officeart/2008/layout/HalfCircleOrganizationChart"/>
    <dgm:cxn modelId="{A1877518-CE32-4434-92CF-47A570EEEA68}" type="presParOf" srcId="{32974F98-23EF-4BF4-B4BD-835D26F61F16}" destId="{A1580106-8D88-4D6E-821B-772E1E557F2F}" srcOrd="2" destOrd="0" presId="urn:microsoft.com/office/officeart/2008/layout/HalfCircleOrganizationChart"/>
    <dgm:cxn modelId="{B2021F8A-4BCA-412A-AA8C-D3D37025CD03}" type="presParOf" srcId="{0E736572-7D36-431F-B230-7CE7DCE849F3}" destId="{6D9FBDE4-476E-4941-8E43-91FC781EC023}" srcOrd="8" destOrd="0" presId="urn:microsoft.com/office/officeart/2008/layout/HalfCircleOrganizationChart"/>
    <dgm:cxn modelId="{16C483A0-9512-443A-904F-CCED70341619}" type="presParOf" srcId="{0E736572-7D36-431F-B230-7CE7DCE849F3}" destId="{420E6052-B979-4372-8DD4-D2FE7C87447B}" srcOrd="9" destOrd="0" presId="urn:microsoft.com/office/officeart/2008/layout/HalfCircleOrganizationChart"/>
    <dgm:cxn modelId="{8688F3B8-60E8-4BE3-8B74-D822E543DC50}" type="presParOf" srcId="{420E6052-B979-4372-8DD4-D2FE7C87447B}" destId="{1466115C-A991-4623-9116-47B719DE9C57}" srcOrd="0" destOrd="0" presId="urn:microsoft.com/office/officeart/2008/layout/HalfCircleOrganizationChart"/>
    <dgm:cxn modelId="{42DFA3E0-46D3-41D7-BC1F-D30874B28B56}" type="presParOf" srcId="{1466115C-A991-4623-9116-47B719DE9C57}" destId="{E03896BD-6394-40BD-A3E4-B2814CF73EED}" srcOrd="0" destOrd="0" presId="urn:microsoft.com/office/officeart/2008/layout/HalfCircleOrganizationChart"/>
    <dgm:cxn modelId="{DF5562EB-BEE0-4859-B4B3-96C8FA232E19}" type="presParOf" srcId="{1466115C-A991-4623-9116-47B719DE9C57}" destId="{B03C958B-1E77-4457-8E30-A55B1F3834F6}" srcOrd="1" destOrd="0" presId="urn:microsoft.com/office/officeart/2008/layout/HalfCircleOrganizationChart"/>
    <dgm:cxn modelId="{B51258A7-3067-4C2F-9A5E-DD9691994A18}" type="presParOf" srcId="{1466115C-A991-4623-9116-47B719DE9C57}" destId="{84810856-9BB9-45DF-BD8E-73E87B6CF6B7}" srcOrd="2" destOrd="0" presId="urn:microsoft.com/office/officeart/2008/layout/HalfCircleOrganizationChart"/>
    <dgm:cxn modelId="{B1E6CE1B-E03F-421A-9038-3A96A8464165}" type="presParOf" srcId="{1466115C-A991-4623-9116-47B719DE9C57}" destId="{4C8F4B7E-3E25-4727-ACDE-5B7CCCD1621D}" srcOrd="3" destOrd="0" presId="urn:microsoft.com/office/officeart/2008/layout/HalfCircleOrganizationChart"/>
    <dgm:cxn modelId="{1C427659-B19A-4DFB-A93E-5634EF701D4B}" type="presParOf" srcId="{420E6052-B979-4372-8DD4-D2FE7C87447B}" destId="{CB68C69D-B0A9-4D71-9591-8A655D59DFA3}" srcOrd="1" destOrd="0" presId="urn:microsoft.com/office/officeart/2008/layout/HalfCircleOrganizationChart"/>
    <dgm:cxn modelId="{35170C5E-A464-43C3-81ED-BA9B2E90E38C}" type="presParOf" srcId="{420E6052-B979-4372-8DD4-D2FE7C87447B}" destId="{7233C2DA-0748-4E33-A672-CA2CC57F93A1}" srcOrd="2" destOrd="0" presId="urn:microsoft.com/office/officeart/2008/layout/HalfCircleOrganizationChart"/>
    <dgm:cxn modelId="{CDCBC57A-5C78-4412-8FC4-8E028BC8AF23}" type="presParOf" srcId="{5CB69454-AF3A-44A7-A3C7-45560720BC83}" destId="{D2B11B14-F9BC-43D7-8460-8BFE73EA81AE}" srcOrd="2" destOrd="0" presId="urn:microsoft.com/office/officeart/2008/layout/HalfCircleOrganizationChart"/>
    <dgm:cxn modelId="{89A527BF-9551-44DF-A569-CE7767A78064}" type="presParOf" srcId="{194A903C-13C8-4A46-B0B6-782A6D066F1F}" destId="{A4518E54-103F-41B1-80DC-84BA2C95AC02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67A6FC2-7AFF-4C3D-9B14-882C0BF1DD7B}" type="doc">
      <dgm:prSet loTypeId="urn:microsoft.com/office/officeart/2008/layout/VerticalCurvedList" loCatId="list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BACB169A-2F08-4A9B-BA89-A351404921B9}">
      <dgm:prSet phldrT="[Text]" custT="1"/>
      <dgm:spPr/>
      <dgm:t>
        <a:bodyPr/>
        <a:lstStyle/>
        <a:p>
          <a:r>
            <a:rPr lang="en-US" sz="2400" b="1">
              <a:solidFill>
                <a:schemeClr val="accent1">
                  <a:lumMod val="75000"/>
                </a:schemeClr>
              </a:solidFill>
              <a:latin typeface="Aharoni"/>
              <a:cs typeface="Aharoni"/>
            </a:rPr>
            <a:t>*Job role</a:t>
          </a:r>
        </a:p>
        <a:p>
          <a:r>
            <a:rPr lang="en-US" sz="2400" b="1">
              <a:solidFill>
                <a:schemeClr val="accent1">
                  <a:lumMod val="75000"/>
                </a:schemeClr>
              </a:solidFill>
              <a:latin typeface="Aharoni"/>
              <a:cs typeface="Aharoni"/>
            </a:rPr>
            <a:t>*Years of experience </a:t>
          </a:r>
        </a:p>
        <a:p>
          <a:r>
            <a:rPr lang="en-US" sz="2400" b="1">
              <a:solidFill>
                <a:schemeClr val="accent1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rPr>
            <a:t>*Education Field</a:t>
          </a:r>
        </a:p>
      </dgm:t>
    </dgm:pt>
    <dgm:pt modelId="{41220033-034F-4640-B7B1-76A6782D62E3}" type="parTrans" cxnId="{3397906F-5922-4435-AA20-A9307DFC0418}">
      <dgm:prSet/>
      <dgm:spPr/>
      <dgm:t>
        <a:bodyPr/>
        <a:lstStyle/>
        <a:p>
          <a:endParaRPr lang="en-US"/>
        </a:p>
      </dgm:t>
    </dgm:pt>
    <dgm:pt modelId="{C5041AF0-A00A-424E-BA53-5E62A84F656F}" type="sibTrans" cxnId="{3397906F-5922-4435-AA20-A9307DFC0418}">
      <dgm:prSet/>
      <dgm:spPr/>
      <dgm:t>
        <a:bodyPr/>
        <a:lstStyle/>
        <a:p>
          <a:endParaRPr lang="en-US"/>
        </a:p>
      </dgm:t>
    </dgm:pt>
    <dgm:pt modelId="{8DA3ACF6-2B8C-4CF6-B8E5-1E484CD9F016}">
      <dgm:prSet phldrT="[Text]" custT="1"/>
      <dgm:spPr/>
      <dgm:t>
        <a:bodyPr/>
        <a:lstStyle/>
        <a:p>
          <a:r>
            <a:rPr lang="en-US" sz="2400" b="1">
              <a:solidFill>
                <a:schemeClr val="accent1">
                  <a:lumMod val="75000"/>
                </a:schemeClr>
              </a:solidFill>
              <a:latin typeface="Aharoni"/>
              <a:cs typeface="Aharoni"/>
            </a:rPr>
            <a:t>*Salary </a:t>
          </a:r>
        </a:p>
        <a:p>
          <a:r>
            <a:rPr lang="en-US" sz="2400" b="1">
              <a:solidFill>
                <a:schemeClr val="accent1">
                  <a:lumMod val="75000"/>
                </a:schemeClr>
              </a:solidFill>
              <a:latin typeface="Aharoni"/>
              <a:cs typeface="Aharoni"/>
            </a:rPr>
            <a:t>*Overtime</a:t>
          </a:r>
        </a:p>
        <a:p>
          <a:r>
            <a:rPr lang="en-US" sz="2400" b="1">
              <a:solidFill>
                <a:schemeClr val="accent1">
                  <a:lumMod val="75000"/>
                </a:schemeClr>
              </a:solidFill>
              <a:latin typeface="Aharoni"/>
              <a:cs typeface="Aharoni"/>
            </a:rPr>
            <a:t>*Job Satisfaction </a:t>
          </a:r>
        </a:p>
      </dgm:t>
    </dgm:pt>
    <dgm:pt modelId="{1601FFE5-6C3D-4B86-9D36-019B538B1D18}" type="parTrans" cxnId="{E6497312-99C6-47A6-8502-E3D27D274671}">
      <dgm:prSet/>
      <dgm:spPr/>
      <dgm:t>
        <a:bodyPr/>
        <a:lstStyle/>
        <a:p>
          <a:endParaRPr lang="en-US"/>
        </a:p>
      </dgm:t>
    </dgm:pt>
    <dgm:pt modelId="{DFDFD5AB-2FF9-4C55-BCC6-1D645D8D7E1D}" type="sibTrans" cxnId="{E6497312-99C6-47A6-8502-E3D27D274671}">
      <dgm:prSet/>
      <dgm:spPr/>
      <dgm:t>
        <a:bodyPr/>
        <a:lstStyle/>
        <a:p>
          <a:endParaRPr lang="en-US"/>
        </a:p>
      </dgm:t>
    </dgm:pt>
    <dgm:pt modelId="{A28DEC4B-2771-407E-95C0-D4571181F271}" type="pres">
      <dgm:prSet presAssocID="{667A6FC2-7AFF-4C3D-9B14-882C0BF1DD7B}" presName="Name0" presStyleCnt="0">
        <dgm:presLayoutVars>
          <dgm:chMax val="7"/>
          <dgm:chPref val="7"/>
          <dgm:dir/>
        </dgm:presLayoutVars>
      </dgm:prSet>
      <dgm:spPr/>
    </dgm:pt>
    <dgm:pt modelId="{D5BFBF84-AC7A-4857-B5BA-5BA5EC5B6ECA}" type="pres">
      <dgm:prSet presAssocID="{667A6FC2-7AFF-4C3D-9B14-882C0BF1DD7B}" presName="Name1" presStyleCnt="0"/>
      <dgm:spPr/>
    </dgm:pt>
    <dgm:pt modelId="{47FCFE9A-0929-4185-9649-B48374BF0C28}" type="pres">
      <dgm:prSet presAssocID="{667A6FC2-7AFF-4C3D-9B14-882C0BF1DD7B}" presName="cycle" presStyleCnt="0"/>
      <dgm:spPr/>
    </dgm:pt>
    <dgm:pt modelId="{E2DE9306-ACA6-4270-B304-9ABBA29BAE0E}" type="pres">
      <dgm:prSet presAssocID="{667A6FC2-7AFF-4C3D-9B14-882C0BF1DD7B}" presName="srcNode" presStyleLbl="node1" presStyleIdx="0" presStyleCnt="2"/>
      <dgm:spPr/>
    </dgm:pt>
    <dgm:pt modelId="{7B46F516-1CAF-4F7B-A530-CEB3E57E936A}" type="pres">
      <dgm:prSet presAssocID="{667A6FC2-7AFF-4C3D-9B14-882C0BF1DD7B}" presName="conn" presStyleLbl="parChTrans1D2" presStyleIdx="0" presStyleCnt="1"/>
      <dgm:spPr/>
    </dgm:pt>
    <dgm:pt modelId="{8D7FEE83-E19E-4342-B20E-598140EE2A75}" type="pres">
      <dgm:prSet presAssocID="{667A6FC2-7AFF-4C3D-9B14-882C0BF1DD7B}" presName="extraNode" presStyleLbl="node1" presStyleIdx="0" presStyleCnt="2"/>
      <dgm:spPr/>
    </dgm:pt>
    <dgm:pt modelId="{249956AB-097A-4B82-A480-76AFE7007F64}" type="pres">
      <dgm:prSet presAssocID="{667A6FC2-7AFF-4C3D-9B14-882C0BF1DD7B}" presName="dstNode" presStyleLbl="node1" presStyleIdx="0" presStyleCnt="2"/>
      <dgm:spPr/>
    </dgm:pt>
    <dgm:pt modelId="{E5D4858F-9BFD-4369-8ED2-6E0A71BCFD14}" type="pres">
      <dgm:prSet presAssocID="{BACB169A-2F08-4A9B-BA89-A351404921B9}" presName="text_1" presStyleLbl="node1" presStyleIdx="0" presStyleCnt="2" custScaleY="121875">
        <dgm:presLayoutVars>
          <dgm:bulletEnabled val="1"/>
        </dgm:presLayoutVars>
      </dgm:prSet>
      <dgm:spPr/>
    </dgm:pt>
    <dgm:pt modelId="{3DCB8FB4-7EB0-4575-9E3F-A0E4ED81B382}" type="pres">
      <dgm:prSet presAssocID="{BACB169A-2F08-4A9B-BA89-A351404921B9}" presName="accent_1" presStyleCnt="0"/>
      <dgm:spPr/>
    </dgm:pt>
    <dgm:pt modelId="{D4BA5D45-0A9C-4825-B568-940C4FBBA058}" type="pres">
      <dgm:prSet presAssocID="{BACB169A-2F08-4A9B-BA89-A351404921B9}" presName="accentRepeatNode" presStyleLbl="solidFgAcc1" presStyleIdx="0" presStyleCnt="2"/>
      <dgm:spPr/>
    </dgm:pt>
    <dgm:pt modelId="{84F69C0D-CF42-4DC5-9E8B-587775C11CFA}" type="pres">
      <dgm:prSet presAssocID="{8DA3ACF6-2B8C-4CF6-B8E5-1E484CD9F016}" presName="text_2" presStyleLbl="node1" presStyleIdx="1" presStyleCnt="2">
        <dgm:presLayoutVars>
          <dgm:bulletEnabled val="1"/>
        </dgm:presLayoutVars>
      </dgm:prSet>
      <dgm:spPr/>
    </dgm:pt>
    <dgm:pt modelId="{D9725062-8344-4DC2-ACDF-2764314C104D}" type="pres">
      <dgm:prSet presAssocID="{8DA3ACF6-2B8C-4CF6-B8E5-1E484CD9F016}" presName="accent_2" presStyleCnt="0"/>
      <dgm:spPr/>
    </dgm:pt>
    <dgm:pt modelId="{25041D34-146D-4E26-8F90-CBFA079E701D}" type="pres">
      <dgm:prSet presAssocID="{8DA3ACF6-2B8C-4CF6-B8E5-1E484CD9F016}" presName="accentRepeatNode" presStyleLbl="solidFgAcc1" presStyleIdx="1" presStyleCnt="2" custScaleX="121911"/>
      <dgm:spPr/>
    </dgm:pt>
  </dgm:ptLst>
  <dgm:cxnLst>
    <dgm:cxn modelId="{E6497312-99C6-47A6-8502-E3D27D274671}" srcId="{667A6FC2-7AFF-4C3D-9B14-882C0BF1DD7B}" destId="{8DA3ACF6-2B8C-4CF6-B8E5-1E484CD9F016}" srcOrd="1" destOrd="0" parTransId="{1601FFE5-6C3D-4B86-9D36-019B538B1D18}" sibTransId="{DFDFD5AB-2FF9-4C55-BCC6-1D645D8D7E1D}"/>
    <dgm:cxn modelId="{DB16A122-41FE-42B8-9678-8E857EA8F656}" type="presOf" srcId="{667A6FC2-7AFF-4C3D-9B14-882C0BF1DD7B}" destId="{A28DEC4B-2771-407E-95C0-D4571181F271}" srcOrd="0" destOrd="0" presId="urn:microsoft.com/office/officeart/2008/layout/VerticalCurvedList"/>
    <dgm:cxn modelId="{3397906F-5922-4435-AA20-A9307DFC0418}" srcId="{667A6FC2-7AFF-4C3D-9B14-882C0BF1DD7B}" destId="{BACB169A-2F08-4A9B-BA89-A351404921B9}" srcOrd="0" destOrd="0" parTransId="{41220033-034F-4640-B7B1-76A6782D62E3}" sibTransId="{C5041AF0-A00A-424E-BA53-5E62A84F656F}"/>
    <dgm:cxn modelId="{D61140C4-584D-477F-9166-72388599F211}" type="presOf" srcId="{8DA3ACF6-2B8C-4CF6-B8E5-1E484CD9F016}" destId="{84F69C0D-CF42-4DC5-9E8B-587775C11CFA}" srcOrd="0" destOrd="0" presId="urn:microsoft.com/office/officeart/2008/layout/VerticalCurvedList"/>
    <dgm:cxn modelId="{1BA8D8ED-F3F4-4990-A894-03F6282D99C3}" type="presOf" srcId="{BACB169A-2F08-4A9B-BA89-A351404921B9}" destId="{E5D4858F-9BFD-4369-8ED2-6E0A71BCFD14}" srcOrd="0" destOrd="0" presId="urn:microsoft.com/office/officeart/2008/layout/VerticalCurvedList"/>
    <dgm:cxn modelId="{F725D6F6-16B7-4E3C-A5C9-D7827940955B}" type="presOf" srcId="{C5041AF0-A00A-424E-BA53-5E62A84F656F}" destId="{7B46F516-1CAF-4F7B-A530-CEB3E57E936A}" srcOrd="0" destOrd="0" presId="urn:microsoft.com/office/officeart/2008/layout/VerticalCurvedList"/>
    <dgm:cxn modelId="{7563E807-80D2-4CA4-8C04-AEE073AA73F6}" type="presParOf" srcId="{A28DEC4B-2771-407E-95C0-D4571181F271}" destId="{D5BFBF84-AC7A-4857-B5BA-5BA5EC5B6ECA}" srcOrd="0" destOrd="0" presId="urn:microsoft.com/office/officeart/2008/layout/VerticalCurvedList"/>
    <dgm:cxn modelId="{64A9569F-2804-4C9E-AF3E-1251A099C1B1}" type="presParOf" srcId="{D5BFBF84-AC7A-4857-B5BA-5BA5EC5B6ECA}" destId="{47FCFE9A-0929-4185-9649-B48374BF0C28}" srcOrd="0" destOrd="0" presId="urn:microsoft.com/office/officeart/2008/layout/VerticalCurvedList"/>
    <dgm:cxn modelId="{DD303F7F-9C72-407A-8C82-3F42A7DA1BFB}" type="presParOf" srcId="{47FCFE9A-0929-4185-9649-B48374BF0C28}" destId="{E2DE9306-ACA6-4270-B304-9ABBA29BAE0E}" srcOrd="0" destOrd="0" presId="urn:microsoft.com/office/officeart/2008/layout/VerticalCurvedList"/>
    <dgm:cxn modelId="{8B4AB498-CE95-45CD-A40F-8BEB76E1BFF0}" type="presParOf" srcId="{47FCFE9A-0929-4185-9649-B48374BF0C28}" destId="{7B46F516-1CAF-4F7B-A530-CEB3E57E936A}" srcOrd="1" destOrd="0" presId="urn:microsoft.com/office/officeart/2008/layout/VerticalCurvedList"/>
    <dgm:cxn modelId="{C2FFA321-EF13-4E4A-B2BF-27FEE4111337}" type="presParOf" srcId="{47FCFE9A-0929-4185-9649-B48374BF0C28}" destId="{8D7FEE83-E19E-4342-B20E-598140EE2A75}" srcOrd="2" destOrd="0" presId="urn:microsoft.com/office/officeart/2008/layout/VerticalCurvedList"/>
    <dgm:cxn modelId="{235E5EBA-0FEB-409A-9666-4104744BE6DB}" type="presParOf" srcId="{47FCFE9A-0929-4185-9649-B48374BF0C28}" destId="{249956AB-097A-4B82-A480-76AFE7007F64}" srcOrd="3" destOrd="0" presId="urn:microsoft.com/office/officeart/2008/layout/VerticalCurvedList"/>
    <dgm:cxn modelId="{6417D21B-F54D-4252-9B50-B26F286DBB1C}" type="presParOf" srcId="{D5BFBF84-AC7A-4857-B5BA-5BA5EC5B6ECA}" destId="{E5D4858F-9BFD-4369-8ED2-6E0A71BCFD14}" srcOrd="1" destOrd="0" presId="urn:microsoft.com/office/officeart/2008/layout/VerticalCurvedList"/>
    <dgm:cxn modelId="{1DDF3427-DE5F-415A-AD58-CAEF02A5F748}" type="presParOf" srcId="{D5BFBF84-AC7A-4857-B5BA-5BA5EC5B6ECA}" destId="{3DCB8FB4-7EB0-4575-9E3F-A0E4ED81B382}" srcOrd="2" destOrd="0" presId="urn:microsoft.com/office/officeart/2008/layout/VerticalCurvedList"/>
    <dgm:cxn modelId="{7FB4209C-51B6-4E26-836A-28522AC8CC31}" type="presParOf" srcId="{3DCB8FB4-7EB0-4575-9E3F-A0E4ED81B382}" destId="{D4BA5D45-0A9C-4825-B568-940C4FBBA058}" srcOrd="0" destOrd="0" presId="urn:microsoft.com/office/officeart/2008/layout/VerticalCurvedList"/>
    <dgm:cxn modelId="{C9D5D834-C567-492D-A4E7-67D05C5DD48C}" type="presParOf" srcId="{D5BFBF84-AC7A-4857-B5BA-5BA5EC5B6ECA}" destId="{84F69C0D-CF42-4DC5-9E8B-587775C11CFA}" srcOrd="3" destOrd="0" presId="urn:microsoft.com/office/officeart/2008/layout/VerticalCurvedList"/>
    <dgm:cxn modelId="{2B31E5D2-6B33-4AB0-A38D-C725B04393BE}" type="presParOf" srcId="{D5BFBF84-AC7A-4857-B5BA-5BA5EC5B6ECA}" destId="{D9725062-8344-4DC2-ACDF-2764314C104D}" srcOrd="4" destOrd="0" presId="urn:microsoft.com/office/officeart/2008/layout/VerticalCurvedList"/>
    <dgm:cxn modelId="{D3B33A7F-C0B7-46A7-8482-F3D9704BB7EA}" type="presParOf" srcId="{D9725062-8344-4DC2-ACDF-2764314C104D}" destId="{25041D34-146D-4E26-8F90-CBFA079E701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67A6FC2-7AFF-4C3D-9B14-882C0BF1DD7B}" type="doc">
      <dgm:prSet loTypeId="urn:microsoft.com/office/officeart/2008/layout/VerticalCurvedList" loCatId="list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BACB169A-2F08-4A9B-BA89-A351404921B9}">
      <dgm:prSet phldrT="[Text]" custT="1"/>
      <dgm:spPr/>
      <dgm:t>
        <a:bodyPr/>
        <a:lstStyle/>
        <a:p>
          <a:r>
            <a:rPr lang="en-US" sz="2400" b="1">
              <a:solidFill>
                <a:schemeClr val="accent1">
                  <a:lumMod val="75000"/>
                </a:schemeClr>
              </a:solidFill>
              <a:latin typeface="Aharoni"/>
              <a:cs typeface="Aharoni"/>
            </a:rPr>
            <a:t>*Ages</a:t>
          </a:r>
        </a:p>
        <a:p>
          <a:r>
            <a:rPr lang="en-US" sz="2400" b="1">
              <a:solidFill>
                <a:schemeClr val="accent1">
                  <a:lumMod val="75000"/>
                </a:schemeClr>
              </a:solidFill>
              <a:latin typeface="Aharoni"/>
              <a:cs typeface="Aharoni"/>
            </a:rPr>
            <a:t>*Job role</a:t>
          </a:r>
        </a:p>
        <a:p>
          <a:r>
            <a:rPr lang="en-US" sz="2400" b="1">
              <a:solidFill>
                <a:schemeClr val="accent1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rPr>
            <a:t>*Gender</a:t>
          </a:r>
        </a:p>
        <a:p>
          <a:r>
            <a:rPr lang="en-US" sz="2400" b="1">
              <a:solidFill>
                <a:schemeClr val="accent1">
                  <a:lumMod val="75000"/>
                </a:schemeClr>
              </a:solidFill>
              <a:latin typeface="Aharoni"/>
              <a:cs typeface="Aharoni"/>
            </a:rPr>
            <a:t>*Education Level</a:t>
          </a:r>
        </a:p>
      </dgm:t>
    </dgm:pt>
    <dgm:pt modelId="{41220033-034F-4640-B7B1-76A6782D62E3}" type="parTrans" cxnId="{3397906F-5922-4435-AA20-A9307DFC0418}">
      <dgm:prSet/>
      <dgm:spPr/>
      <dgm:t>
        <a:bodyPr/>
        <a:lstStyle/>
        <a:p>
          <a:endParaRPr lang="en-US"/>
        </a:p>
      </dgm:t>
    </dgm:pt>
    <dgm:pt modelId="{C5041AF0-A00A-424E-BA53-5E62A84F656F}" type="sibTrans" cxnId="{3397906F-5922-4435-AA20-A9307DFC0418}">
      <dgm:prSet/>
      <dgm:spPr/>
      <dgm:t>
        <a:bodyPr/>
        <a:lstStyle/>
        <a:p>
          <a:endParaRPr lang="en-US"/>
        </a:p>
      </dgm:t>
    </dgm:pt>
    <dgm:pt modelId="{8DA3ACF6-2B8C-4CF6-B8E5-1E484CD9F016}">
      <dgm:prSet phldrT="[Text]" custT="1"/>
      <dgm:spPr/>
      <dgm:t>
        <a:bodyPr/>
        <a:lstStyle/>
        <a:p>
          <a:r>
            <a:rPr lang="en-US" sz="2400" b="1">
              <a:solidFill>
                <a:schemeClr val="accent1">
                  <a:lumMod val="75000"/>
                </a:schemeClr>
              </a:solidFill>
              <a:latin typeface="Aharoni"/>
              <a:cs typeface="Aharoni"/>
            </a:rPr>
            <a:t>* Salary and satisfaction</a:t>
          </a:r>
        </a:p>
        <a:p>
          <a:r>
            <a:rPr lang="en-US" sz="2400" b="1">
              <a:solidFill>
                <a:schemeClr val="accent1">
                  <a:lumMod val="75000"/>
                </a:schemeClr>
              </a:solidFill>
              <a:latin typeface="Aharoni"/>
              <a:cs typeface="Aharoni"/>
            </a:rPr>
            <a:t>* Overtime and satisfaction</a:t>
          </a:r>
        </a:p>
      </dgm:t>
    </dgm:pt>
    <dgm:pt modelId="{1601FFE5-6C3D-4B86-9D36-019B538B1D18}" type="parTrans" cxnId="{E6497312-99C6-47A6-8502-E3D27D274671}">
      <dgm:prSet/>
      <dgm:spPr/>
      <dgm:t>
        <a:bodyPr/>
        <a:lstStyle/>
        <a:p>
          <a:endParaRPr lang="en-US"/>
        </a:p>
      </dgm:t>
    </dgm:pt>
    <dgm:pt modelId="{DFDFD5AB-2FF9-4C55-BCC6-1D645D8D7E1D}" type="sibTrans" cxnId="{E6497312-99C6-47A6-8502-E3D27D274671}">
      <dgm:prSet/>
      <dgm:spPr/>
      <dgm:t>
        <a:bodyPr/>
        <a:lstStyle/>
        <a:p>
          <a:endParaRPr lang="en-US"/>
        </a:p>
      </dgm:t>
    </dgm:pt>
    <dgm:pt modelId="{A28DEC4B-2771-407E-95C0-D4571181F271}" type="pres">
      <dgm:prSet presAssocID="{667A6FC2-7AFF-4C3D-9B14-882C0BF1DD7B}" presName="Name0" presStyleCnt="0">
        <dgm:presLayoutVars>
          <dgm:chMax val="7"/>
          <dgm:chPref val="7"/>
          <dgm:dir/>
        </dgm:presLayoutVars>
      </dgm:prSet>
      <dgm:spPr/>
    </dgm:pt>
    <dgm:pt modelId="{D5BFBF84-AC7A-4857-B5BA-5BA5EC5B6ECA}" type="pres">
      <dgm:prSet presAssocID="{667A6FC2-7AFF-4C3D-9B14-882C0BF1DD7B}" presName="Name1" presStyleCnt="0"/>
      <dgm:spPr/>
    </dgm:pt>
    <dgm:pt modelId="{47FCFE9A-0929-4185-9649-B48374BF0C28}" type="pres">
      <dgm:prSet presAssocID="{667A6FC2-7AFF-4C3D-9B14-882C0BF1DD7B}" presName="cycle" presStyleCnt="0"/>
      <dgm:spPr/>
    </dgm:pt>
    <dgm:pt modelId="{E2DE9306-ACA6-4270-B304-9ABBA29BAE0E}" type="pres">
      <dgm:prSet presAssocID="{667A6FC2-7AFF-4C3D-9B14-882C0BF1DD7B}" presName="srcNode" presStyleLbl="node1" presStyleIdx="0" presStyleCnt="2"/>
      <dgm:spPr/>
    </dgm:pt>
    <dgm:pt modelId="{7B46F516-1CAF-4F7B-A530-CEB3E57E936A}" type="pres">
      <dgm:prSet presAssocID="{667A6FC2-7AFF-4C3D-9B14-882C0BF1DD7B}" presName="conn" presStyleLbl="parChTrans1D2" presStyleIdx="0" presStyleCnt="1"/>
      <dgm:spPr/>
    </dgm:pt>
    <dgm:pt modelId="{8D7FEE83-E19E-4342-B20E-598140EE2A75}" type="pres">
      <dgm:prSet presAssocID="{667A6FC2-7AFF-4C3D-9B14-882C0BF1DD7B}" presName="extraNode" presStyleLbl="node1" presStyleIdx="0" presStyleCnt="2"/>
      <dgm:spPr/>
    </dgm:pt>
    <dgm:pt modelId="{249956AB-097A-4B82-A480-76AFE7007F64}" type="pres">
      <dgm:prSet presAssocID="{667A6FC2-7AFF-4C3D-9B14-882C0BF1DD7B}" presName="dstNode" presStyleLbl="node1" presStyleIdx="0" presStyleCnt="2"/>
      <dgm:spPr/>
    </dgm:pt>
    <dgm:pt modelId="{E5D4858F-9BFD-4369-8ED2-6E0A71BCFD14}" type="pres">
      <dgm:prSet presAssocID="{BACB169A-2F08-4A9B-BA89-A351404921B9}" presName="text_1" presStyleLbl="node1" presStyleIdx="0" presStyleCnt="2" custScaleY="121875">
        <dgm:presLayoutVars>
          <dgm:bulletEnabled val="1"/>
        </dgm:presLayoutVars>
      </dgm:prSet>
      <dgm:spPr/>
    </dgm:pt>
    <dgm:pt modelId="{3DCB8FB4-7EB0-4575-9E3F-A0E4ED81B382}" type="pres">
      <dgm:prSet presAssocID="{BACB169A-2F08-4A9B-BA89-A351404921B9}" presName="accent_1" presStyleCnt="0"/>
      <dgm:spPr/>
    </dgm:pt>
    <dgm:pt modelId="{D4BA5D45-0A9C-4825-B568-940C4FBBA058}" type="pres">
      <dgm:prSet presAssocID="{BACB169A-2F08-4A9B-BA89-A351404921B9}" presName="accentRepeatNode" presStyleLbl="solidFgAcc1" presStyleIdx="0" presStyleCnt="2"/>
      <dgm:spPr/>
    </dgm:pt>
    <dgm:pt modelId="{84F69C0D-CF42-4DC5-9E8B-587775C11CFA}" type="pres">
      <dgm:prSet presAssocID="{8DA3ACF6-2B8C-4CF6-B8E5-1E484CD9F016}" presName="text_2" presStyleLbl="node1" presStyleIdx="1" presStyleCnt="2">
        <dgm:presLayoutVars>
          <dgm:bulletEnabled val="1"/>
        </dgm:presLayoutVars>
      </dgm:prSet>
      <dgm:spPr/>
    </dgm:pt>
    <dgm:pt modelId="{D9725062-8344-4DC2-ACDF-2764314C104D}" type="pres">
      <dgm:prSet presAssocID="{8DA3ACF6-2B8C-4CF6-B8E5-1E484CD9F016}" presName="accent_2" presStyleCnt="0"/>
      <dgm:spPr/>
    </dgm:pt>
    <dgm:pt modelId="{25041D34-146D-4E26-8F90-CBFA079E701D}" type="pres">
      <dgm:prSet presAssocID="{8DA3ACF6-2B8C-4CF6-B8E5-1E484CD9F016}" presName="accentRepeatNode" presStyleLbl="solidFgAcc1" presStyleIdx="1" presStyleCnt="2" custScaleX="121911"/>
      <dgm:spPr/>
    </dgm:pt>
  </dgm:ptLst>
  <dgm:cxnLst>
    <dgm:cxn modelId="{E6497312-99C6-47A6-8502-E3D27D274671}" srcId="{667A6FC2-7AFF-4C3D-9B14-882C0BF1DD7B}" destId="{8DA3ACF6-2B8C-4CF6-B8E5-1E484CD9F016}" srcOrd="1" destOrd="0" parTransId="{1601FFE5-6C3D-4B86-9D36-019B538B1D18}" sibTransId="{DFDFD5AB-2FF9-4C55-BCC6-1D645D8D7E1D}"/>
    <dgm:cxn modelId="{DB16A122-41FE-42B8-9678-8E857EA8F656}" type="presOf" srcId="{667A6FC2-7AFF-4C3D-9B14-882C0BF1DD7B}" destId="{A28DEC4B-2771-407E-95C0-D4571181F271}" srcOrd="0" destOrd="0" presId="urn:microsoft.com/office/officeart/2008/layout/VerticalCurvedList"/>
    <dgm:cxn modelId="{3397906F-5922-4435-AA20-A9307DFC0418}" srcId="{667A6FC2-7AFF-4C3D-9B14-882C0BF1DD7B}" destId="{BACB169A-2F08-4A9B-BA89-A351404921B9}" srcOrd="0" destOrd="0" parTransId="{41220033-034F-4640-B7B1-76A6782D62E3}" sibTransId="{C5041AF0-A00A-424E-BA53-5E62A84F656F}"/>
    <dgm:cxn modelId="{D61140C4-584D-477F-9166-72388599F211}" type="presOf" srcId="{8DA3ACF6-2B8C-4CF6-B8E5-1E484CD9F016}" destId="{84F69C0D-CF42-4DC5-9E8B-587775C11CFA}" srcOrd="0" destOrd="0" presId="urn:microsoft.com/office/officeart/2008/layout/VerticalCurvedList"/>
    <dgm:cxn modelId="{1BA8D8ED-F3F4-4990-A894-03F6282D99C3}" type="presOf" srcId="{BACB169A-2F08-4A9B-BA89-A351404921B9}" destId="{E5D4858F-9BFD-4369-8ED2-6E0A71BCFD14}" srcOrd="0" destOrd="0" presId="urn:microsoft.com/office/officeart/2008/layout/VerticalCurvedList"/>
    <dgm:cxn modelId="{F725D6F6-16B7-4E3C-A5C9-D7827940955B}" type="presOf" srcId="{C5041AF0-A00A-424E-BA53-5E62A84F656F}" destId="{7B46F516-1CAF-4F7B-A530-CEB3E57E936A}" srcOrd="0" destOrd="0" presId="urn:microsoft.com/office/officeart/2008/layout/VerticalCurvedList"/>
    <dgm:cxn modelId="{7563E807-80D2-4CA4-8C04-AEE073AA73F6}" type="presParOf" srcId="{A28DEC4B-2771-407E-95C0-D4571181F271}" destId="{D5BFBF84-AC7A-4857-B5BA-5BA5EC5B6ECA}" srcOrd="0" destOrd="0" presId="urn:microsoft.com/office/officeart/2008/layout/VerticalCurvedList"/>
    <dgm:cxn modelId="{64A9569F-2804-4C9E-AF3E-1251A099C1B1}" type="presParOf" srcId="{D5BFBF84-AC7A-4857-B5BA-5BA5EC5B6ECA}" destId="{47FCFE9A-0929-4185-9649-B48374BF0C28}" srcOrd="0" destOrd="0" presId="urn:microsoft.com/office/officeart/2008/layout/VerticalCurvedList"/>
    <dgm:cxn modelId="{DD303F7F-9C72-407A-8C82-3F42A7DA1BFB}" type="presParOf" srcId="{47FCFE9A-0929-4185-9649-B48374BF0C28}" destId="{E2DE9306-ACA6-4270-B304-9ABBA29BAE0E}" srcOrd="0" destOrd="0" presId="urn:microsoft.com/office/officeart/2008/layout/VerticalCurvedList"/>
    <dgm:cxn modelId="{8B4AB498-CE95-45CD-A40F-8BEB76E1BFF0}" type="presParOf" srcId="{47FCFE9A-0929-4185-9649-B48374BF0C28}" destId="{7B46F516-1CAF-4F7B-A530-CEB3E57E936A}" srcOrd="1" destOrd="0" presId="urn:microsoft.com/office/officeart/2008/layout/VerticalCurvedList"/>
    <dgm:cxn modelId="{C2FFA321-EF13-4E4A-B2BF-27FEE4111337}" type="presParOf" srcId="{47FCFE9A-0929-4185-9649-B48374BF0C28}" destId="{8D7FEE83-E19E-4342-B20E-598140EE2A75}" srcOrd="2" destOrd="0" presId="urn:microsoft.com/office/officeart/2008/layout/VerticalCurvedList"/>
    <dgm:cxn modelId="{235E5EBA-0FEB-409A-9666-4104744BE6DB}" type="presParOf" srcId="{47FCFE9A-0929-4185-9649-B48374BF0C28}" destId="{249956AB-097A-4B82-A480-76AFE7007F64}" srcOrd="3" destOrd="0" presId="urn:microsoft.com/office/officeart/2008/layout/VerticalCurvedList"/>
    <dgm:cxn modelId="{6417D21B-F54D-4252-9B50-B26F286DBB1C}" type="presParOf" srcId="{D5BFBF84-AC7A-4857-B5BA-5BA5EC5B6ECA}" destId="{E5D4858F-9BFD-4369-8ED2-6E0A71BCFD14}" srcOrd="1" destOrd="0" presId="urn:microsoft.com/office/officeart/2008/layout/VerticalCurvedList"/>
    <dgm:cxn modelId="{1DDF3427-DE5F-415A-AD58-CAEF02A5F748}" type="presParOf" srcId="{D5BFBF84-AC7A-4857-B5BA-5BA5EC5B6ECA}" destId="{3DCB8FB4-7EB0-4575-9E3F-A0E4ED81B382}" srcOrd="2" destOrd="0" presId="urn:microsoft.com/office/officeart/2008/layout/VerticalCurvedList"/>
    <dgm:cxn modelId="{7FB4209C-51B6-4E26-836A-28522AC8CC31}" type="presParOf" srcId="{3DCB8FB4-7EB0-4575-9E3F-A0E4ED81B382}" destId="{D4BA5D45-0A9C-4825-B568-940C4FBBA058}" srcOrd="0" destOrd="0" presId="urn:microsoft.com/office/officeart/2008/layout/VerticalCurvedList"/>
    <dgm:cxn modelId="{C9D5D834-C567-492D-A4E7-67D05C5DD48C}" type="presParOf" srcId="{D5BFBF84-AC7A-4857-B5BA-5BA5EC5B6ECA}" destId="{84F69C0D-CF42-4DC5-9E8B-587775C11CFA}" srcOrd="3" destOrd="0" presId="urn:microsoft.com/office/officeart/2008/layout/VerticalCurvedList"/>
    <dgm:cxn modelId="{2B31E5D2-6B33-4AB0-A38D-C725B04393BE}" type="presParOf" srcId="{D5BFBF84-AC7A-4857-B5BA-5BA5EC5B6ECA}" destId="{D9725062-8344-4DC2-ACDF-2764314C104D}" srcOrd="4" destOrd="0" presId="urn:microsoft.com/office/officeart/2008/layout/VerticalCurvedList"/>
    <dgm:cxn modelId="{D3B33A7F-C0B7-46A7-8482-F3D9704BB7EA}" type="presParOf" srcId="{D9725062-8344-4DC2-ACDF-2764314C104D}" destId="{25041D34-146D-4E26-8F90-CBFA079E701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67A6FC2-7AFF-4C3D-9B14-882C0BF1DD7B}" type="doc">
      <dgm:prSet loTypeId="urn:microsoft.com/office/officeart/2008/layout/VerticalCurvedList" loCatId="list" qsTypeId="urn:microsoft.com/office/officeart/2005/8/quickstyle/simple3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5FC7288-C891-47B7-9D73-D1855E00F0D8}">
      <dgm:prSet custT="1"/>
      <dgm:spPr/>
      <dgm:t>
        <a:bodyPr/>
        <a:lstStyle/>
        <a:p>
          <a:r>
            <a:rPr lang="en-US" sz="2400" b="1">
              <a:latin typeface="Aharoni"/>
              <a:cs typeface="Aharoni"/>
            </a:rPr>
            <a:t>     *Average monthly salary across the company.</a:t>
          </a:r>
        </a:p>
        <a:p>
          <a:r>
            <a:rPr lang="en-US" sz="2400" b="1">
              <a:latin typeface="Aharoni"/>
              <a:cs typeface="Aharoni"/>
            </a:rPr>
            <a:t>     * Salary differences by job role.</a:t>
          </a:r>
        </a:p>
        <a:p>
          <a:r>
            <a:rPr lang="en-US" sz="2400" b="1">
              <a:latin typeface="Aharoni"/>
              <a:cs typeface="Aharoni"/>
            </a:rPr>
            <a:t>     * Salary difference by education level.</a:t>
          </a:r>
        </a:p>
        <a:p>
          <a:pPr rtl="0"/>
          <a:r>
            <a:rPr lang="en-US" sz="2400" b="1">
              <a:latin typeface="Aharoni"/>
              <a:cs typeface="Aharoni"/>
            </a:rPr>
            <a:t>      *</a:t>
          </a:r>
          <a:r>
            <a:rPr lang="en-US" sz="2400" b="0">
              <a:solidFill>
                <a:srgbClr val="000000"/>
              </a:solidFill>
              <a:latin typeface="Calibri"/>
              <a:ea typeface="Calibri"/>
              <a:cs typeface="Calibri"/>
            </a:rPr>
            <a:t>Average monthly salary Per Department</a:t>
          </a:r>
        </a:p>
        <a:p>
          <a:r>
            <a:rPr lang="en-US" sz="2400" b="1">
              <a:latin typeface="Aharoni"/>
              <a:cs typeface="Aharoni"/>
            </a:rPr>
            <a:t>     *</a:t>
          </a:r>
          <a:r>
            <a:rPr lang="en-US" sz="2400" b="1">
              <a:solidFill>
                <a:srgbClr val="000000"/>
              </a:solidFill>
              <a:latin typeface="Calibri"/>
              <a:ea typeface="Calibri"/>
              <a:cs typeface="Calibri"/>
            </a:rPr>
            <a:t>Average monthly salary Per Department By State</a:t>
          </a:r>
        </a:p>
      </dgm:t>
    </dgm:pt>
    <dgm:pt modelId="{0FD2E2B9-EB2E-4C42-8704-445FC6A9C8B4}" type="parTrans" cxnId="{152E7D79-40AE-470E-B05A-FB86E0440155}">
      <dgm:prSet/>
      <dgm:spPr/>
      <dgm:t>
        <a:bodyPr/>
        <a:lstStyle/>
        <a:p>
          <a:endParaRPr lang="en-US"/>
        </a:p>
      </dgm:t>
    </dgm:pt>
    <dgm:pt modelId="{BDC5D66E-0EF5-4881-8F24-6EF665A3D4C3}" type="sibTrans" cxnId="{152E7D79-40AE-470E-B05A-FB86E0440155}">
      <dgm:prSet/>
      <dgm:spPr/>
      <dgm:t>
        <a:bodyPr/>
        <a:lstStyle/>
        <a:p>
          <a:endParaRPr lang="en-US"/>
        </a:p>
      </dgm:t>
    </dgm:pt>
    <dgm:pt modelId="{A28DEC4B-2771-407E-95C0-D4571181F271}" type="pres">
      <dgm:prSet presAssocID="{667A6FC2-7AFF-4C3D-9B14-882C0BF1DD7B}" presName="Name0" presStyleCnt="0">
        <dgm:presLayoutVars>
          <dgm:chMax val="7"/>
          <dgm:chPref val="7"/>
          <dgm:dir/>
        </dgm:presLayoutVars>
      </dgm:prSet>
      <dgm:spPr/>
    </dgm:pt>
    <dgm:pt modelId="{D5BFBF84-AC7A-4857-B5BA-5BA5EC5B6ECA}" type="pres">
      <dgm:prSet presAssocID="{667A6FC2-7AFF-4C3D-9B14-882C0BF1DD7B}" presName="Name1" presStyleCnt="0"/>
      <dgm:spPr/>
    </dgm:pt>
    <dgm:pt modelId="{47FCFE9A-0929-4185-9649-B48374BF0C28}" type="pres">
      <dgm:prSet presAssocID="{667A6FC2-7AFF-4C3D-9B14-882C0BF1DD7B}" presName="cycle" presStyleCnt="0"/>
      <dgm:spPr/>
    </dgm:pt>
    <dgm:pt modelId="{E2DE9306-ACA6-4270-B304-9ABBA29BAE0E}" type="pres">
      <dgm:prSet presAssocID="{667A6FC2-7AFF-4C3D-9B14-882C0BF1DD7B}" presName="srcNode" presStyleLbl="node1" presStyleIdx="0" presStyleCnt="1"/>
      <dgm:spPr/>
    </dgm:pt>
    <dgm:pt modelId="{7B46F516-1CAF-4F7B-A530-CEB3E57E936A}" type="pres">
      <dgm:prSet presAssocID="{667A6FC2-7AFF-4C3D-9B14-882C0BF1DD7B}" presName="conn" presStyleLbl="parChTrans1D2" presStyleIdx="0" presStyleCnt="1"/>
      <dgm:spPr/>
    </dgm:pt>
    <dgm:pt modelId="{8D7FEE83-E19E-4342-B20E-598140EE2A75}" type="pres">
      <dgm:prSet presAssocID="{667A6FC2-7AFF-4C3D-9B14-882C0BF1DD7B}" presName="extraNode" presStyleLbl="node1" presStyleIdx="0" presStyleCnt="1"/>
      <dgm:spPr/>
    </dgm:pt>
    <dgm:pt modelId="{249956AB-097A-4B82-A480-76AFE7007F64}" type="pres">
      <dgm:prSet presAssocID="{667A6FC2-7AFF-4C3D-9B14-882C0BF1DD7B}" presName="dstNode" presStyleLbl="node1" presStyleIdx="0" presStyleCnt="1"/>
      <dgm:spPr/>
    </dgm:pt>
    <dgm:pt modelId="{09A2B0F6-2E70-4C5C-8989-05FA4C96C2AB}" type="pres">
      <dgm:prSet presAssocID="{35FC7288-C891-47B7-9D73-D1855E00F0D8}" presName="text_1" presStyleLbl="node1" presStyleIdx="0" presStyleCnt="1">
        <dgm:presLayoutVars>
          <dgm:bulletEnabled val="1"/>
        </dgm:presLayoutVars>
      </dgm:prSet>
      <dgm:spPr/>
    </dgm:pt>
    <dgm:pt modelId="{D6525174-048D-40C6-A216-9CBEF6A03AA8}" type="pres">
      <dgm:prSet presAssocID="{35FC7288-C891-47B7-9D73-D1855E00F0D8}" presName="accent_1" presStyleCnt="0"/>
      <dgm:spPr/>
    </dgm:pt>
    <dgm:pt modelId="{D2A46D3C-F12D-48AA-A33D-2D529FB20E57}" type="pres">
      <dgm:prSet presAssocID="{35FC7288-C891-47B7-9D73-D1855E00F0D8}" presName="accentRepeatNode" presStyleLbl="solidFgAcc1" presStyleIdx="0" presStyleCnt="1" custScaleX="149273"/>
      <dgm:spPr/>
    </dgm:pt>
  </dgm:ptLst>
  <dgm:cxnLst>
    <dgm:cxn modelId="{DB16A122-41FE-42B8-9678-8E857EA8F656}" type="presOf" srcId="{667A6FC2-7AFF-4C3D-9B14-882C0BF1DD7B}" destId="{A28DEC4B-2771-407E-95C0-D4571181F271}" srcOrd="0" destOrd="0" presId="urn:microsoft.com/office/officeart/2008/layout/VerticalCurvedList"/>
    <dgm:cxn modelId="{152E7D79-40AE-470E-B05A-FB86E0440155}" srcId="{667A6FC2-7AFF-4C3D-9B14-882C0BF1DD7B}" destId="{35FC7288-C891-47B7-9D73-D1855E00F0D8}" srcOrd="0" destOrd="0" parTransId="{0FD2E2B9-EB2E-4C42-8704-445FC6A9C8B4}" sibTransId="{BDC5D66E-0EF5-4881-8F24-6EF665A3D4C3}"/>
    <dgm:cxn modelId="{4E417EBE-ED78-457E-929B-BB8F7726EA53}" type="presOf" srcId="{35FC7288-C891-47B7-9D73-D1855E00F0D8}" destId="{09A2B0F6-2E70-4C5C-8989-05FA4C96C2AB}" srcOrd="0" destOrd="0" presId="urn:microsoft.com/office/officeart/2008/layout/VerticalCurvedList"/>
    <dgm:cxn modelId="{7CDA01D6-5A39-45BB-A62F-21085B80AA64}" type="presOf" srcId="{BDC5D66E-0EF5-4881-8F24-6EF665A3D4C3}" destId="{7B46F516-1CAF-4F7B-A530-CEB3E57E936A}" srcOrd="0" destOrd="0" presId="urn:microsoft.com/office/officeart/2008/layout/VerticalCurvedList"/>
    <dgm:cxn modelId="{7563E807-80D2-4CA4-8C04-AEE073AA73F6}" type="presParOf" srcId="{A28DEC4B-2771-407E-95C0-D4571181F271}" destId="{D5BFBF84-AC7A-4857-B5BA-5BA5EC5B6ECA}" srcOrd="0" destOrd="0" presId="urn:microsoft.com/office/officeart/2008/layout/VerticalCurvedList"/>
    <dgm:cxn modelId="{64A9569F-2804-4C9E-AF3E-1251A099C1B1}" type="presParOf" srcId="{D5BFBF84-AC7A-4857-B5BA-5BA5EC5B6ECA}" destId="{47FCFE9A-0929-4185-9649-B48374BF0C28}" srcOrd="0" destOrd="0" presId="urn:microsoft.com/office/officeart/2008/layout/VerticalCurvedList"/>
    <dgm:cxn modelId="{DD303F7F-9C72-407A-8C82-3F42A7DA1BFB}" type="presParOf" srcId="{47FCFE9A-0929-4185-9649-B48374BF0C28}" destId="{E2DE9306-ACA6-4270-B304-9ABBA29BAE0E}" srcOrd="0" destOrd="0" presId="urn:microsoft.com/office/officeart/2008/layout/VerticalCurvedList"/>
    <dgm:cxn modelId="{8B4AB498-CE95-45CD-A40F-8BEB76E1BFF0}" type="presParOf" srcId="{47FCFE9A-0929-4185-9649-B48374BF0C28}" destId="{7B46F516-1CAF-4F7B-A530-CEB3E57E936A}" srcOrd="1" destOrd="0" presId="urn:microsoft.com/office/officeart/2008/layout/VerticalCurvedList"/>
    <dgm:cxn modelId="{C2FFA321-EF13-4E4A-B2BF-27FEE4111337}" type="presParOf" srcId="{47FCFE9A-0929-4185-9649-B48374BF0C28}" destId="{8D7FEE83-E19E-4342-B20E-598140EE2A75}" srcOrd="2" destOrd="0" presId="urn:microsoft.com/office/officeart/2008/layout/VerticalCurvedList"/>
    <dgm:cxn modelId="{235E5EBA-0FEB-409A-9666-4104744BE6DB}" type="presParOf" srcId="{47FCFE9A-0929-4185-9649-B48374BF0C28}" destId="{249956AB-097A-4B82-A480-76AFE7007F64}" srcOrd="3" destOrd="0" presId="urn:microsoft.com/office/officeart/2008/layout/VerticalCurvedList"/>
    <dgm:cxn modelId="{55C3F2E3-A242-4475-87ED-A7BB506158BE}" type="presParOf" srcId="{D5BFBF84-AC7A-4857-B5BA-5BA5EC5B6ECA}" destId="{09A2B0F6-2E70-4C5C-8989-05FA4C96C2AB}" srcOrd="1" destOrd="0" presId="urn:microsoft.com/office/officeart/2008/layout/VerticalCurvedList"/>
    <dgm:cxn modelId="{F730425F-3065-40E3-BD41-FD291A55EAB3}" type="presParOf" srcId="{D5BFBF84-AC7A-4857-B5BA-5BA5EC5B6ECA}" destId="{D6525174-048D-40C6-A216-9CBEF6A03AA8}" srcOrd="2" destOrd="0" presId="urn:microsoft.com/office/officeart/2008/layout/VerticalCurvedList"/>
    <dgm:cxn modelId="{A78F7563-C1AC-48AA-9A49-A04BF3A259A7}" type="presParOf" srcId="{D6525174-048D-40C6-A216-9CBEF6A03AA8}" destId="{D2A46D3C-F12D-48AA-A33D-2D529FB20E5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E727DAB-7F98-43F4-9B93-03AD50745944}" type="doc">
      <dgm:prSet loTypeId="urn:microsoft.com/office/officeart/2008/layout/HorizontalMultiLevelHierarchy" loCatId="hierarchy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4B9ABFE-769D-4DEC-AAA3-FED2D9D1DDCB}">
      <dgm:prSet phldrT="[Text]"/>
      <dgm:spPr/>
      <dgm:t>
        <a:bodyPr/>
        <a:lstStyle/>
        <a:p>
          <a:r>
            <a:rPr lang="en-US" b="1">
              <a:latin typeface="Bookman Old Style"/>
            </a:rPr>
            <a:t>Attrition</a:t>
          </a:r>
        </a:p>
      </dgm:t>
    </dgm:pt>
    <dgm:pt modelId="{D3884B42-9B2D-438C-9110-F83F53454A66}" type="parTrans" cxnId="{5C6A6553-1750-4BB9-8D63-8B1EC04BAD5A}">
      <dgm:prSet/>
      <dgm:spPr/>
      <dgm:t>
        <a:bodyPr/>
        <a:lstStyle/>
        <a:p>
          <a:endParaRPr lang="en-US"/>
        </a:p>
      </dgm:t>
    </dgm:pt>
    <dgm:pt modelId="{5D7AF33A-A96D-4B88-B4EF-A00A2CDB81BA}" type="sibTrans" cxnId="{5C6A6553-1750-4BB9-8D63-8B1EC04BAD5A}">
      <dgm:prSet/>
      <dgm:spPr/>
      <dgm:t>
        <a:bodyPr/>
        <a:lstStyle/>
        <a:p>
          <a:endParaRPr lang="en-US"/>
        </a:p>
      </dgm:t>
    </dgm:pt>
    <dgm:pt modelId="{CEAEE8BA-3958-49F2-BD57-B4828024888D}">
      <dgm:prSet phldrT="[Text]" custT="1"/>
      <dgm:spPr/>
      <dgm:t>
        <a:bodyPr/>
        <a:lstStyle/>
        <a:p>
          <a:r>
            <a:rPr lang="en-US" sz="3600">
              <a:solidFill>
                <a:schemeClr val="tx2">
                  <a:lumMod val="76000"/>
                </a:schemeClr>
              </a:solidFill>
              <a:latin typeface="Bookman Old Style"/>
            </a:rPr>
            <a:t>Competitive salaries </a:t>
          </a:r>
        </a:p>
      </dgm:t>
    </dgm:pt>
    <dgm:pt modelId="{D13B0EDD-99C5-4197-9BAB-30221095CA26}" type="parTrans" cxnId="{0B89A717-1350-47B2-BF50-C03364480C78}">
      <dgm:prSet/>
      <dgm:spPr/>
      <dgm:t>
        <a:bodyPr/>
        <a:lstStyle/>
        <a:p>
          <a:endParaRPr lang="en-US"/>
        </a:p>
      </dgm:t>
    </dgm:pt>
    <dgm:pt modelId="{9B1DA19B-FB6E-4F71-AAD9-BDCB57B5923B}" type="sibTrans" cxnId="{0B89A717-1350-47B2-BF50-C03364480C78}">
      <dgm:prSet/>
      <dgm:spPr/>
      <dgm:t>
        <a:bodyPr/>
        <a:lstStyle/>
        <a:p>
          <a:endParaRPr lang="en-US"/>
        </a:p>
      </dgm:t>
    </dgm:pt>
    <dgm:pt modelId="{0DFE4C36-2247-4F74-A8D3-220C53B474C3}">
      <dgm:prSet phldrT="[Text]"/>
      <dgm:spPr/>
      <dgm:t>
        <a:bodyPr/>
        <a:lstStyle/>
        <a:p>
          <a:r>
            <a:rPr lang="en-US">
              <a:solidFill>
                <a:schemeClr val="tx2">
                  <a:lumMod val="76000"/>
                </a:schemeClr>
              </a:solidFill>
              <a:latin typeface="Bookman Old Style"/>
            </a:rPr>
            <a:t>Health &amp; social insurance </a:t>
          </a:r>
        </a:p>
      </dgm:t>
    </dgm:pt>
    <dgm:pt modelId="{6A254C69-9686-4181-9F97-97E77F889249}" type="parTrans" cxnId="{9AD9B55A-0313-4F02-BA54-54939E4587C1}">
      <dgm:prSet/>
      <dgm:spPr/>
      <dgm:t>
        <a:bodyPr/>
        <a:lstStyle/>
        <a:p>
          <a:endParaRPr lang="en-US"/>
        </a:p>
      </dgm:t>
    </dgm:pt>
    <dgm:pt modelId="{48896A9A-A915-4143-8CDF-DC32C979AA01}" type="sibTrans" cxnId="{9AD9B55A-0313-4F02-BA54-54939E4587C1}">
      <dgm:prSet/>
      <dgm:spPr/>
      <dgm:t>
        <a:bodyPr/>
        <a:lstStyle/>
        <a:p>
          <a:endParaRPr lang="en-US"/>
        </a:p>
      </dgm:t>
    </dgm:pt>
    <dgm:pt modelId="{CE370B74-C007-4124-9CD7-A83ED60A7783}">
      <dgm:prSet phldrT="[Text]"/>
      <dgm:spPr/>
      <dgm:t>
        <a:bodyPr/>
        <a:lstStyle/>
        <a:p>
          <a:r>
            <a:rPr lang="en-US">
              <a:solidFill>
                <a:schemeClr val="tx2">
                  <a:lumMod val="76000"/>
                </a:schemeClr>
              </a:solidFill>
              <a:latin typeface="Bookman Old Style"/>
            </a:rPr>
            <a:t>Conduct satisfaction </a:t>
          </a:r>
        </a:p>
      </dgm:t>
    </dgm:pt>
    <dgm:pt modelId="{891782F8-D5AC-4FAA-A950-FFA5386D5C6E}" type="parTrans" cxnId="{3AB62565-F47C-4845-AC05-CA120B16FE74}">
      <dgm:prSet/>
      <dgm:spPr/>
      <dgm:t>
        <a:bodyPr/>
        <a:lstStyle/>
        <a:p>
          <a:endParaRPr lang="en-US"/>
        </a:p>
      </dgm:t>
    </dgm:pt>
    <dgm:pt modelId="{10489F81-77D9-4AFB-A415-FEB901A18473}" type="sibTrans" cxnId="{3AB62565-F47C-4845-AC05-CA120B16FE74}">
      <dgm:prSet/>
      <dgm:spPr/>
      <dgm:t>
        <a:bodyPr/>
        <a:lstStyle/>
        <a:p>
          <a:endParaRPr lang="en-US"/>
        </a:p>
      </dgm:t>
    </dgm:pt>
    <dgm:pt modelId="{C2617DB1-092A-40BC-AFF5-DDFD8996EFB8}">
      <dgm:prSet/>
      <dgm:spPr/>
      <dgm:t>
        <a:bodyPr/>
        <a:lstStyle/>
        <a:p>
          <a:r>
            <a:rPr lang="en-US">
              <a:solidFill>
                <a:schemeClr val="tx2">
                  <a:lumMod val="76000"/>
                </a:schemeClr>
              </a:solidFill>
              <a:latin typeface="Bookman Old Style"/>
            </a:rPr>
            <a:t>Mental health </a:t>
          </a:r>
        </a:p>
      </dgm:t>
    </dgm:pt>
    <dgm:pt modelId="{792FEBA6-A88D-4ADC-827A-39F7E2A75FC1}" type="parTrans" cxnId="{79CC626F-268A-4FF2-B5E6-7D3A978EBA3F}">
      <dgm:prSet/>
      <dgm:spPr/>
      <dgm:t>
        <a:bodyPr/>
        <a:lstStyle/>
        <a:p>
          <a:endParaRPr lang="en-US"/>
        </a:p>
      </dgm:t>
    </dgm:pt>
    <dgm:pt modelId="{5FC8F203-2FA5-47FC-A6F4-B9ADD9D5D1F0}" type="sibTrans" cxnId="{79CC626F-268A-4FF2-B5E6-7D3A978EBA3F}">
      <dgm:prSet/>
      <dgm:spPr/>
      <dgm:t>
        <a:bodyPr/>
        <a:lstStyle/>
        <a:p>
          <a:endParaRPr lang="en-US"/>
        </a:p>
      </dgm:t>
    </dgm:pt>
    <dgm:pt modelId="{FFE0CE90-FF1D-461E-A69A-8B6C54F77699}">
      <dgm:prSet/>
      <dgm:spPr/>
      <dgm:t>
        <a:bodyPr/>
        <a:lstStyle/>
        <a:p>
          <a:r>
            <a:rPr lang="en-US">
              <a:solidFill>
                <a:schemeClr val="tx2">
                  <a:lumMod val="76000"/>
                </a:schemeClr>
              </a:solidFill>
              <a:latin typeface="Bookman Old Style"/>
            </a:rPr>
            <a:t>Work-load analysis</a:t>
          </a:r>
        </a:p>
      </dgm:t>
    </dgm:pt>
    <dgm:pt modelId="{50AF91F8-E779-4BD9-8837-7B0308896925}" type="parTrans" cxnId="{120467B1-96F7-409C-A4B5-3A4FF10D99EE}">
      <dgm:prSet/>
      <dgm:spPr/>
      <dgm:t>
        <a:bodyPr/>
        <a:lstStyle/>
        <a:p>
          <a:endParaRPr lang="en-US"/>
        </a:p>
      </dgm:t>
    </dgm:pt>
    <dgm:pt modelId="{8585B2D4-40DF-4255-9A8A-D5EBB40490F9}" type="sibTrans" cxnId="{120467B1-96F7-409C-A4B5-3A4FF10D99EE}">
      <dgm:prSet/>
      <dgm:spPr/>
      <dgm:t>
        <a:bodyPr/>
        <a:lstStyle/>
        <a:p>
          <a:endParaRPr lang="en-US"/>
        </a:p>
      </dgm:t>
    </dgm:pt>
    <dgm:pt modelId="{518438A9-6B59-48C8-A7EA-7E4738E5E5EC}">
      <dgm:prSet/>
      <dgm:spPr/>
      <dgm:t>
        <a:bodyPr/>
        <a:lstStyle/>
        <a:p>
          <a:r>
            <a:rPr lang="en-US">
              <a:solidFill>
                <a:schemeClr val="tx2">
                  <a:lumMod val="76000"/>
                </a:schemeClr>
              </a:solidFill>
              <a:latin typeface="Bookman Old Style"/>
            </a:rPr>
            <a:t>Conduct exit interviews</a:t>
          </a:r>
        </a:p>
      </dgm:t>
    </dgm:pt>
    <dgm:pt modelId="{BEB86BEB-952D-48CA-9661-2BE92C0B7576}" type="parTrans" cxnId="{6A2D6A90-C53B-461F-9234-626AFC4DEFD2}">
      <dgm:prSet/>
      <dgm:spPr/>
      <dgm:t>
        <a:bodyPr/>
        <a:lstStyle/>
        <a:p>
          <a:endParaRPr lang="en-US"/>
        </a:p>
      </dgm:t>
    </dgm:pt>
    <dgm:pt modelId="{43414E7E-D023-4FCA-8F98-D18F50ACB615}" type="sibTrans" cxnId="{6A2D6A90-C53B-461F-9234-626AFC4DEFD2}">
      <dgm:prSet/>
      <dgm:spPr/>
      <dgm:t>
        <a:bodyPr/>
        <a:lstStyle/>
        <a:p>
          <a:endParaRPr lang="en-US"/>
        </a:p>
      </dgm:t>
    </dgm:pt>
    <dgm:pt modelId="{695831AC-5AEA-4408-A67C-4383B42785A1}">
      <dgm:prSet custT="1"/>
      <dgm:spPr/>
      <dgm:t>
        <a:bodyPr/>
        <a:lstStyle/>
        <a:p>
          <a:r>
            <a:rPr lang="en-US" sz="3200">
              <a:solidFill>
                <a:schemeClr val="tx2">
                  <a:lumMod val="76000"/>
                </a:schemeClr>
              </a:solidFill>
              <a:latin typeface="Bookman Old Style"/>
            </a:rPr>
            <a:t>Remote work / Flexible</a:t>
          </a:r>
        </a:p>
      </dgm:t>
    </dgm:pt>
    <dgm:pt modelId="{E89F99A0-BFCF-4FE9-A356-BF4430D28AA0}" type="parTrans" cxnId="{D95722FA-A12A-48FF-8108-2C632721AF12}">
      <dgm:prSet/>
      <dgm:spPr/>
      <dgm:t>
        <a:bodyPr/>
        <a:lstStyle/>
        <a:p>
          <a:endParaRPr lang="en-US"/>
        </a:p>
      </dgm:t>
    </dgm:pt>
    <dgm:pt modelId="{A5A9E944-47A6-4919-82B1-D727B3A57B5E}" type="sibTrans" cxnId="{D95722FA-A12A-48FF-8108-2C632721AF12}">
      <dgm:prSet/>
      <dgm:spPr/>
      <dgm:t>
        <a:bodyPr/>
        <a:lstStyle/>
        <a:p>
          <a:endParaRPr lang="en-US"/>
        </a:p>
      </dgm:t>
    </dgm:pt>
    <dgm:pt modelId="{6CF7D4B9-7951-445A-8285-3BDFFD74EFC2}">
      <dgm:prSet custT="1"/>
      <dgm:spPr/>
      <dgm:t>
        <a:bodyPr/>
        <a:lstStyle/>
        <a:p>
          <a:r>
            <a:rPr lang="en-US" sz="3600">
              <a:solidFill>
                <a:schemeClr val="tx2">
                  <a:lumMod val="76000"/>
                </a:schemeClr>
              </a:solidFill>
              <a:latin typeface="Bookman Old Style"/>
            </a:rPr>
            <a:t>Career progression</a:t>
          </a:r>
          <a:endParaRPr lang="en-US" sz="4500">
            <a:solidFill>
              <a:schemeClr val="tx2">
                <a:lumMod val="76000"/>
              </a:schemeClr>
            </a:solidFill>
            <a:latin typeface="Bookman Old Style"/>
          </a:endParaRPr>
        </a:p>
      </dgm:t>
    </dgm:pt>
    <dgm:pt modelId="{B8D5C56D-F979-4CD5-943E-BFF9032004EE}" type="parTrans" cxnId="{0B8E87BC-7A40-4C80-909E-F27929A0B3DC}">
      <dgm:prSet/>
      <dgm:spPr/>
      <dgm:t>
        <a:bodyPr/>
        <a:lstStyle/>
        <a:p>
          <a:endParaRPr lang="en-US"/>
        </a:p>
      </dgm:t>
    </dgm:pt>
    <dgm:pt modelId="{2CBC9202-2049-47FA-8C6A-BA85217D6692}" type="sibTrans" cxnId="{0B8E87BC-7A40-4C80-909E-F27929A0B3DC}">
      <dgm:prSet/>
      <dgm:spPr/>
      <dgm:t>
        <a:bodyPr/>
        <a:lstStyle/>
        <a:p>
          <a:endParaRPr lang="en-US"/>
        </a:p>
      </dgm:t>
    </dgm:pt>
    <dgm:pt modelId="{3F7CDDC0-73F0-424C-8AE1-A6DF392033BB}" type="pres">
      <dgm:prSet presAssocID="{2E727DAB-7F98-43F4-9B93-03AD50745944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D92B765-0FF6-4DA5-ABCA-6CA403E48174}" type="pres">
      <dgm:prSet presAssocID="{54B9ABFE-769D-4DEC-AAA3-FED2D9D1DDCB}" presName="root1" presStyleCnt="0"/>
      <dgm:spPr/>
    </dgm:pt>
    <dgm:pt modelId="{44B620B6-2CB7-41AE-8BD2-CFAC2A51A1E0}" type="pres">
      <dgm:prSet presAssocID="{54B9ABFE-769D-4DEC-AAA3-FED2D9D1DDCB}" presName="LevelOneTextNode" presStyleLbl="node0" presStyleIdx="0" presStyleCnt="1" custScaleY="84796">
        <dgm:presLayoutVars>
          <dgm:chPref val="3"/>
        </dgm:presLayoutVars>
      </dgm:prSet>
      <dgm:spPr/>
    </dgm:pt>
    <dgm:pt modelId="{C73477E0-6592-4E73-8965-41CEC409A927}" type="pres">
      <dgm:prSet presAssocID="{54B9ABFE-769D-4DEC-AAA3-FED2D9D1DDCB}" presName="level2hierChild" presStyleCnt="0"/>
      <dgm:spPr/>
    </dgm:pt>
    <dgm:pt modelId="{5D88408F-E434-4F33-8875-53EE799E2721}" type="pres">
      <dgm:prSet presAssocID="{D13B0EDD-99C5-4197-9BAB-30221095CA26}" presName="conn2-1" presStyleLbl="parChTrans1D2" presStyleIdx="0" presStyleCnt="8"/>
      <dgm:spPr/>
    </dgm:pt>
    <dgm:pt modelId="{FDB43FAA-639E-4052-88F5-729563F3CB8F}" type="pres">
      <dgm:prSet presAssocID="{D13B0EDD-99C5-4197-9BAB-30221095CA26}" presName="connTx" presStyleLbl="parChTrans1D2" presStyleIdx="0" presStyleCnt="8"/>
      <dgm:spPr/>
    </dgm:pt>
    <dgm:pt modelId="{3A820624-42E4-4209-AC08-B45395ED9B9D}" type="pres">
      <dgm:prSet presAssocID="{CEAEE8BA-3958-49F2-BD57-B4828024888D}" presName="root2" presStyleCnt="0"/>
      <dgm:spPr/>
    </dgm:pt>
    <dgm:pt modelId="{047435AB-0BA8-4C99-8A06-F94E327BF39F}" type="pres">
      <dgm:prSet presAssocID="{CEAEE8BA-3958-49F2-BD57-B4828024888D}" presName="LevelTwoTextNode" presStyleLbl="node2" presStyleIdx="0" presStyleCnt="8" custScaleX="155951" custScaleY="71477">
        <dgm:presLayoutVars>
          <dgm:chPref val="3"/>
        </dgm:presLayoutVars>
      </dgm:prSet>
      <dgm:spPr/>
    </dgm:pt>
    <dgm:pt modelId="{F1A7C80A-20DD-405F-AC69-6BB0525E4CE6}" type="pres">
      <dgm:prSet presAssocID="{CEAEE8BA-3958-49F2-BD57-B4828024888D}" presName="level3hierChild" presStyleCnt="0"/>
      <dgm:spPr/>
    </dgm:pt>
    <dgm:pt modelId="{450D49FD-D5FE-464C-B0D7-DC6E1E4F4213}" type="pres">
      <dgm:prSet presAssocID="{E89F99A0-BFCF-4FE9-A356-BF4430D28AA0}" presName="conn2-1" presStyleLbl="parChTrans1D2" presStyleIdx="1" presStyleCnt="8"/>
      <dgm:spPr/>
    </dgm:pt>
    <dgm:pt modelId="{73312748-4F7C-40D0-A7F1-3912781DA105}" type="pres">
      <dgm:prSet presAssocID="{E89F99A0-BFCF-4FE9-A356-BF4430D28AA0}" presName="connTx" presStyleLbl="parChTrans1D2" presStyleIdx="1" presStyleCnt="8"/>
      <dgm:spPr/>
    </dgm:pt>
    <dgm:pt modelId="{71C02642-6084-435A-937E-CF95AC70DD1E}" type="pres">
      <dgm:prSet presAssocID="{695831AC-5AEA-4408-A67C-4383B42785A1}" presName="root2" presStyleCnt="0"/>
      <dgm:spPr/>
    </dgm:pt>
    <dgm:pt modelId="{C84ED137-7845-4DA9-9E4C-E92A41146C32}" type="pres">
      <dgm:prSet presAssocID="{695831AC-5AEA-4408-A67C-4383B42785A1}" presName="LevelTwoTextNode" presStyleLbl="node2" presStyleIdx="1" presStyleCnt="8" custScaleX="154721" custScaleY="71477">
        <dgm:presLayoutVars>
          <dgm:chPref val="3"/>
        </dgm:presLayoutVars>
      </dgm:prSet>
      <dgm:spPr/>
    </dgm:pt>
    <dgm:pt modelId="{78BFCE7E-77B4-417B-8113-5F271F333E02}" type="pres">
      <dgm:prSet presAssocID="{695831AC-5AEA-4408-A67C-4383B42785A1}" presName="level3hierChild" presStyleCnt="0"/>
      <dgm:spPr/>
    </dgm:pt>
    <dgm:pt modelId="{7445A50E-DFD4-4FF9-8E99-04A3EF3147F6}" type="pres">
      <dgm:prSet presAssocID="{B8D5C56D-F979-4CD5-943E-BFF9032004EE}" presName="conn2-1" presStyleLbl="parChTrans1D2" presStyleIdx="2" presStyleCnt="8"/>
      <dgm:spPr/>
    </dgm:pt>
    <dgm:pt modelId="{BD7FF9EC-72D4-467F-AC89-E0C46D92134A}" type="pres">
      <dgm:prSet presAssocID="{B8D5C56D-F979-4CD5-943E-BFF9032004EE}" presName="connTx" presStyleLbl="parChTrans1D2" presStyleIdx="2" presStyleCnt="8"/>
      <dgm:spPr/>
    </dgm:pt>
    <dgm:pt modelId="{EDC5EA2C-1866-4197-908B-586A09CABFC0}" type="pres">
      <dgm:prSet presAssocID="{6CF7D4B9-7951-445A-8285-3BDFFD74EFC2}" presName="root2" presStyleCnt="0"/>
      <dgm:spPr/>
    </dgm:pt>
    <dgm:pt modelId="{E8D6E8E4-31AB-4050-9A6D-085A791EFC68}" type="pres">
      <dgm:prSet presAssocID="{6CF7D4B9-7951-445A-8285-3BDFFD74EFC2}" presName="LevelTwoTextNode" presStyleLbl="node2" presStyleIdx="2" presStyleCnt="8" custScaleX="154721" custScaleY="71477">
        <dgm:presLayoutVars>
          <dgm:chPref val="3"/>
        </dgm:presLayoutVars>
      </dgm:prSet>
      <dgm:spPr/>
    </dgm:pt>
    <dgm:pt modelId="{62D3DFDF-8A32-4072-9246-CAF40888F9F5}" type="pres">
      <dgm:prSet presAssocID="{6CF7D4B9-7951-445A-8285-3BDFFD74EFC2}" presName="level3hierChild" presStyleCnt="0"/>
      <dgm:spPr/>
    </dgm:pt>
    <dgm:pt modelId="{885666DC-AD7B-463F-BA6E-9B99FA241CD8}" type="pres">
      <dgm:prSet presAssocID="{BEB86BEB-952D-48CA-9661-2BE92C0B7576}" presName="conn2-1" presStyleLbl="parChTrans1D2" presStyleIdx="3" presStyleCnt="8"/>
      <dgm:spPr/>
    </dgm:pt>
    <dgm:pt modelId="{5378CE7B-A319-449B-B6B0-7482C5912E20}" type="pres">
      <dgm:prSet presAssocID="{BEB86BEB-952D-48CA-9661-2BE92C0B7576}" presName="connTx" presStyleLbl="parChTrans1D2" presStyleIdx="3" presStyleCnt="8"/>
      <dgm:spPr/>
    </dgm:pt>
    <dgm:pt modelId="{47F84E21-C029-49C0-A6DF-873785E28FC9}" type="pres">
      <dgm:prSet presAssocID="{518438A9-6B59-48C8-A7EA-7E4738E5E5EC}" presName="root2" presStyleCnt="0"/>
      <dgm:spPr/>
    </dgm:pt>
    <dgm:pt modelId="{D0015EDA-FBC8-4B61-9B87-79DF8DEABE5C}" type="pres">
      <dgm:prSet presAssocID="{518438A9-6B59-48C8-A7EA-7E4738E5E5EC}" presName="LevelTwoTextNode" presStyleLbl="node2" presStyleIdx="3" presStyleCnt="8" custScaleX="154721" custScaleY="71477">
        <dgm:presLayoutVars>
          <dgm:chPref val="3"/>
        </dgm:presLayoutVars>
      </dgm:prSet>
      <dgm:spPr/>
    </dgm:pt>
    <dgm:pt modelId="{C6E6E227-1FF6-42EF-9B53-C63B3DFBF91C}" type="pres">
      <dgm:prSet presAssocID="{518438A9-6B59-48C8-A7EA-7E4738E5E5EC}" presName="level3hierChild" presStyleCnt="0"/>
      <dgm:spPr/>
    </dgm:pt>
    <dgm:pt modelId="{5BA58CD2-A04A-4FE0-988E-066B168C19B8}" type="pres">
      <dgm:prSet presAssocID="{50AF91F8-E779-4BD9-8837-7B0308896925}" presName="conn2-1" presStyleLbl="parChTrans1D2" presStyleIdx="4" presStyleCnt="8"/>
      <dgm:spPr/>
    </dgm:pt>
    <dgm:pt modelId="{D764A783-F23A-4BB6-A6C2-94E332DFA5DC}" type="pres">
      <dgm:prSet presAssocID="{50AF91F8-E779-4BD9-8837-7B0308896925}" presName="connTx" presStyleLbl="parChTrans1D2" presStyleIdx="4" presStyleCnt="8"/>
      <dgm:spPr/>
    </dgm:pt>
    <dgm:pt modelId="{4AD04E1F-63D4-45E9-B460-4BCAFAFA94FF}" type="pres">
      <dgm:prSet presAssocID="{FFE0CE90-FF1D-461E-A69A-8B6C54F77699}" presName="root2" presStyleCnt="0"/>
      <dgm:spPr/>
    </dgm:pt>
    <dgm:pt modelId="{FE28A636-5539-4B5E-8898-B9C624DFBC97}" type="pres">
      <dgm:prSet presAssocID="{FFE0CE90-FF1D-461E-A69A-8B6C54F77699}" presName="LevelTwoTextNode" presStyleLbl="node2" presStyleIdx="4" presStyleCnt="8" custScaleX="154721" custScaleY="71477">
        <dgm:presLayoutVars>
          <dgm:chPref val="3"/>
        </dgm:presLayoutVars>
      </dgm:prSet>
      <dgm:spPr/>
    </dgm:pt>
    <dgm:pt modelId="{C2ACA907-86FD-4DD5-BA41-ECEADD934F56}" type="pres">
      <dgm:prSet presAssocID="{FFE0CE90-FF1D-461E-A69A-8B6C54F77699}" presName="level3hierChild" presStyleCnt="0"/>
      <dgm:spPr/>
    </dgm:pt>
    <dgm:pt modelId="{76C471C3-CD26-48B1-88D9-20C0D28199FE}" type="pres">
      <dgm:prSet presAssocID="{792FEBA6-A88D-4ADC-827A-39F7E2A75FC1}" presName="conn2-1" presStyleLbl="parChTrans1D2" presStyleIdx="5" presStyleCnt="8"/>
      <dgm:spPr/>
    </dgm:pt>
    <dgm:pt modelId="{341F7B38-9AD0-4072-8E33-F3FD128F9D3A}" type="pres">
      <dgm:prSet presAssocID="{792FEBA6-A88D-4ADC-827A-39F7E2A75FC1}" presName="connTx" presStyleLbl="parChTrans1D2" presStyleIdx="5" presStyleCnt="8"/>
      <dgm:spPr/>
    </dgm:pt>
    <dgm:pt modelId="{72F1639E-3859-471C-85D6-FE895BADC3F1}" type="pres">
      <dgm:prSet presAssocID="{C2617DB1-092A-40BC-AFF5-DDFD8996EFB8}" presName="root2" presStyleCnt="0"/>
      <dgm:spPr/>
    </dgm:pt>
    <dgm:pt modelId="{E6C9D5AE-2796-4BBD-A34D-F375EBC8D73C}" type="pres">
      <dgm:prSet presAssocID="{C2617DB1-092A-40BC-AFF5-DDFD8996EFB8}" presName="LevelTwoTextNode" presStyleLbl="node2" presStyleIdx="5" presStyleCnt="8" custScaleX="154721" custScaleY="71477">
        <dgm:presLayoutVars>
          <dgm:chPref val="3"/>
        </dgm:presLayoutVars>
      </dgm:prSet>
      <dgm:spPr/>
    </dgm:pt>
    <dgm:pt modelId="{1186E121-64EB-4737-BFF1-8CE931781DA2}" type="pres">
      <dgm:prSet presAssocID="{C2617DB1-092A-40BC-AFF5-DDFD8996EFB8}" presName="level3hierChild" presStyleCnt="0"/>
      <dgm:spPr/>
    </dgm:pt>
    <dgm:pt modelId="{227EE175-96F9-4694-AD1E-E84D2470C4DA}" type="pres">
      <dgm:prSet presAssocID="{6A254C69-9686-4181-9F97-97E77F889249}" presName="conn2-1" presStyleLbl="parChTrans1D2" presStyleIdx="6" presStyleCnt="8"/>
      <dgm:spPr/>
    </dgm:pt>
    <dgm:pt modelId="{ACFBC238-448F-4669-9F61-09FD2CB034F0}" type="pres">
      <dgm:prSet presAssocID="{6A254C69-9686-4181-9F97-97E77F889249}" presName="connTx" presStyleLbl="parChTrans1D2" presStyleIdx="6" presStyleCnt="8"/>
      <dgm:spPr/>
    </dgm:pt>
    <dgm:pt modelId="{194F9348-9466-4238-A7CD-9E6EA0AA3E53}" type="pres">
      <dgm:prSet presAssocID="{0DFE4C36-2247-4F74-A8D3-220C53B474C3}" presName="root2" presStyleCnt="0"/>
      <dgm:spPr/>
    </dgm:pt>
    <dgm:pt modelId="{9A81B911-C204-4128-BC4F-7A88C789A328}" type="pres">
      <dgm:prSet presAssocID="{0DFE4C36-2247-4F74-A8D3-220C53B474C3}" presName="LevelTwoTextNode" presStyleLbl="node2" presStyleIdx="6" presStyleCnt="8" custScaleX="154721" custScaleY="71477">
        <dgm:presLayoutVars>
          <dgm:chPref val="3"/>
        </dgm:presLayoutVars>
      </dgm:prSet>
      <dgm:spPr/>
    </dgm:pt>
    <dgm:pt modelId="{CE8F1F35-5678-4A3C-AAB1-780EF53DE87F}" type="pres">
      <dgm:prSet presAssocID="{0DFE4C36-2247-4F74-A8D3-220C53B474C3}" presName="level3hierChild" presStyleCnt="0"/>
      <dgm:spPr/>
    </dgm:pt>
    <dgm:pt modelId="{A9E73A19-1A31-4031-8A48-D9458741FBBE}" type="pres">
      <dgm:prSet presAssocID="{891782F8-D5AC-4FAA-A950-FFA5386D5C6E}" presName="conn2-1" presStyleLbl="parChTrans1D2" presStyleIdx="7" presStyleCnt="8"/>
      <dgm:spPr/>
    </dgm:pt>
    <dgm:pt modelId="{BD05786F-660E-47A0-9F98-F2030B91587B}" type="pres">
      <dgm:prSet presAssocID="{891782F8-D5AC-4FAA-A950-FFA5386D5C6E}" presName="connTx" presStyleLbl="parChTrans1D2" presStyleIdx="7" presStyleCnt="8"/>
      <dgm:spPr/>
    </dgm:pt>
    <dgm:pt modelId="{029A5710-5DE7-47C8-BB9E-0D3F4DAF3861}" type="pres">
      <dgm:prSet presAssocID="{CE370B74-C007-4124-9CD7-A83ED60A7783}" presName="root2" presStyleCnt="0"/>
      <dgm:spPr/>
    </dgm:pt>
    <dgm:pt modelId="{62AE86D7-EC7D-4D3D-BA5C-406AECBED493}" type="pres">
      <dgm:prSet presAssocID="{CE370B74-C007-4124-9CD7-A83ED60A7783}" presName="LevelTwoTextNode" presStyleLbl="node2" presStyleIdx="7" presStyleCnt="8" custScaleX="154721" custScaleY="71477">
        <dgm:presLayoutVars>
          <dgm:chPref val="3"/>
        </dgm:presLayoutVars>
      </dgm:prSet>
      <dgm:spPr/>
    </dgm:pt>
    <dgm:pt modelId="{43466DD0-F5B0-4901-AB09-FA9F7398CEBC}" type="pres">
      <dgm:prSet presAssocID="{CE370B74-C007-4124-9CD7-A83ED60A7783}" presName="level3hierChild" presStyleCnt="0"/>
      <dgm:spPr/>
    </dgm:pt>
  </dgm:ptLst>
  <dgm:cxnLst>
    <dgm:cxn modelId="{0C3A5D06-062B-4B6C-952B-8B86673E0DC9}" type="presOf" srcId="{6CF7D4B9-7951-445A-8285-3BDFFD74EFC2}" destId="{E8D6E8E4-31AB-4050-9A6D-085A791EFC68}" srcOrd="0" destOrd="0" presId="urn:microsoft.com/office/officeart/2008/layout/HorizontalMultiLevelHierarchy"/>
    <dgm:cxn modelId="{9B0FB80F-949E-43C4-9CEF-83B2F018C640}" type="presOf" srcId="{792FEBA6-A88D-4ADC-827A-39F7E2A75FC1}" destId="{76C471C3-CD26-48B1-88D9-20C0D28199FE}" srcOrd="0" destOrd="0" presId="urn:microsoft.com/office/officeart/2008/layout/HorizontalMultiLevelHierarchy"/>
    <dgm:cxn modelId="{49B6C914-BDFD-4F6C-B514-6CA7F550E11B}" type="presOf" srcId="{0DFE4C36-2247-4F74-A8D3-220C53B474C3}" destId="{9A81B911-C204-4128-BC4F-7A88C789A328}" srcOrd="0" destOrd="0" presId="urn:microsoft.com/office/officeart/2008/layout/HorizontalMultiLevelHierarchy"/>
    <dgm:cxn modelId="{0B89A717-1350-47B2-BF50-C03364480C78}" srcId="{54B9ABFE-769D-4DEC-AAA3-FED2D9D1DDCB}" destId="{CEAEE8BA-3958-49F2-BD57-B4828024888D}" srcOrd="0" destOrd="0" parTransId="{D13B0EDD-99C5-4197-9BAB-30221095CA26}" sibTransId="{9B1DA19B-FB6E-4F71-AAD9-BDCB57B5923B}"/>
    <dgm:cxn modelId="{0905AF1D-B93A-4C91-9B1B-970C94DCD05A}" type="presOf" srcId="{50AF91F8-E779-4BD9-8837-7B0308896925}" destId="{5BA58CD2-A04A-4FE0-988E-066B168C19B8}" srcOrd="0" destOrd="0" presId="urn:microsoft.com/office/officeart/2008/layout/HorizontalMultiLevelHierarchy"/>
    <dgm:cxn modelId="{E623CD1E-B1F8-4D55-B59C-364194C1C534}" type="presOf" srcId="{891782F8-D5AC-4FAA-A950-FFA5386D5C6E}" destId="{A9E73A19-1A31-4031-8A48-D9458741FBBE}" srcOrd="0" destOrd="0" presId="urn:microsoft.com/office/officeart/2008/layout/HorizontalMultiLevelHierarchy"/>
    <dgm:cxn modelId="{4E3FA826-2A2D-45F5-A45A-5A84082232CC}" type="presOf" srcId="{E89F99A0-BFCF-4FE9-A356-BF4430D28AA0}" destId="{450D49FD-D5FE-464C-B0D7-DC6E1E4F4213}" srcOrd="0" destOrd="0" presId="urn:microsoft.com/office/officeart/2008/layout/HorizontalMultiLevelHierarchy"/>
    <dgm:cxn modelId="{80345237-3EE6-4BBC-B0D4-6BEA2DFF5DF1}" type="presOf" srcId="{BEB86BEB-952D-48CA-9661-2BE92C0B7576}" destId="{5378CE7B-A319-449B-B6B0-7482C5912E20}" srcOrd="1" destOrd="0" presId="urn:microsoft.com/office/officeart/2008/layout/HorizontalMultiLevelHierarchy"/>
    <dgm:cxn modelId="{D5B2B337-3A57-40BC-9637-34E4122A61B3}" type="presOf" srcId="{FFE0CE90-FF1D-461E-A69A-8B6C54F77699}" destId="{FE28A636-5539-4B5E-8898-B9C624DFBC97}" srcOrd="0" destOrd="0" presId="urn:microsoft.com/office/officeart/2008/layout/HorizontalMultiLevelHierarchy"/>
    <dgm:cxn modelId="{48CC6C38-CB6C-4198-896A-9A1BB3A77C68}" type="presOf" srcId="{E89F99A0-BFCF-4FE9-A356-BF4430D28AA0}" destId="{73312748-4F7C-40D0-A7F1-3912781DA105}" srcOrd="1" destOrd="0" presId="urn:microsoft.com/office/officeart/2008/layout/HorizontalMultiLevelHierarchy"/>
    <dgm:cxn modelId="{33031F3D-6974-46E8-A7D1-27ACC1586AF5}" type="presOf" srcId="{BEB86BEB-952D-48CA-9661-2BE92C0B7576}" destId="{885666DC-AD7B-463F-BA6E-9B99FA241CD8}" srcOrd="0" destOrd="0" presId="urn:microsoft.com/office/officeart/2008/layout/HorizontalMultiLevelHierarchy"/>
    <dgm:cxn modelId="{3AB62565-F47C-4845-AC05-CA120B16FE74}" srcId="{54B9ABFE-769D-4DEC-AAA3-FED2D9D1DDCB}" destId="{CE370B74-C007-4124-9CD7-A83ED60A7783}" srcOrd="7" destOrd="0" parTransId="{891782F8-D5AC-4FAA-A950-FFA5386D5C6E}" sibTransId="{10489F81-77D9-4AFB-A415-FEB901A18473}"/>
    <dgm:cxn modelId="{E3D70946-BAC1-49A0-B1EC-907FAEE9C420}" type="presOf" srcId="{CE370B74-C007-4124-9CD7-A83ED60A7783}" destId="{62AE86D7-EC7D-4D3D-BA5C-406AECBED493}" srcOrd="0" destOrd="0" presId="urn:microsoft.com/office/officeart/2008/layout/HorizontalMultiLevelHierarchy"/>
    <dgm:cxn modelId="{CD780A6E-50A4-4161-93D4-DAB3A4295C0B}" type="presOf" srcId="{518438A9-6B59-48C8-A7EA-7E4738E5E5EC}" destId="{D0015EDA-FBC8-4B61-9B87-79DF8DEABE5C}" srcOrd="0" destOrd="0" presId="urn:microsoft.com/office/officeart/2008/layout/HorizontalMultiLevelHierarchy"/>
    <dgm:cxn modelId="{79CC626F-268A-4FF2-B5E6-7D3A978EBA3F}" srcId="{54B9ABFE-769D-4DEC-AAA3-FED2D9D1DDCB}" destId="{C2617DB1-092A-40BC-AFF5-DDFD8996EFB8}" srcOrd="5" destOrd="0" parTransId="{792FEBA6-A88D-4ADC-827A-39F7E2A75FC1}" sibTransId="{5FC8F203-2FA5-47FC-A6F4-B9ADD9D5D1F0}"/>
    <dgm:cxn modelId="{5C6A6553-1750-4BB9-8D63-8B1EC04BAD5A}" srcId="{2E727DAB-7F98-43F4-9B93-03AD50745944}" destId="{54B9ABFE-769D-4DEC-AAA3-FED2D9D1DDCB}" srcOrd="0" destOrd="0" parTransId="{D3884B42-9B2D-438C-9110-F83F53454A66}" sibTransId="{5D7AF33A-A96D-4B88-B4EF-A00A2CDB81BA}"/>
    <dgm:cxn modelId="{8AAF7453-C98E-49AC-A531-229BECEF313D}" type="presOf" srcId="{6A254C69-9686-4181-9F97-97E77F889249}" destId="{ACFBC238-448F-4669-9F61-09FD2CB034F0}" srcOrd="1" destOrd="0" presId="urn:microsoft.com/office/officeart/2008/layout/HorizontalMultiLevelHierarchy"/>
    <dgm:cxn modelId="{C567AD73-47C2-41EA-B485-FDE3AF8FF658}" type="presOf" srcId="{6A254C69-9686-4181-9F97-97E77F889249}" destId="{227EE175-96F9-4694-AD1E-E84D2470C4DA}" srcOrd="0" destOrd="0" presId="urn:microsoft.com/office/officeart/2008/layout/HorizontalMultiLevelHierarchy"/>
    <dgm:cxn modelId="{9AD9B55A-0313-4F02-BA54-54939E4587C1}" srcId="{54B9ABFE-769D-4DEC-AAA3-FED2D9D1DDCB}" destId="{0DFE4C36-2247-4F74-A8D3-220C53B474C3}" srcOrd="6" destOrd="0" parTransId="{6A254C69-9686-4181-9F97-97E77F889249}" sibTransId="{48896A9A-A915-4143-8CDF-DC32C979AA01}"/>
    <dgm:cxn modelId="{1E991483-F24D-4E83-B177-561225FE431D}" type="presOf" srcId="{B8D5C56D-F979-4CD5-943E-BFF9032004EE}" destId="{BD7FF9EC-72D4-467F-AC89-E0C46D92134A}" srcOrd="1" destOrd="0" presId="urn:microsoft.com/office/officeart/2008/layout/HorizontalMultiLevelHierarchy"/>
    <dgm:cxn modelId="{F5522786-A7BF-4E7B-BD24-9F156299BB0C}" type="presOf" srcId="{891782F8-D5AC-4FAA-A950-FFA5386D5C6E}" destId="{BD05786F-660E-47A0-9F98-F2030B91587B}" srcOrd="1" destOrd="0" presId="urn:microsoft.com/office/officeart/2008/layout/HorizontalMultiLevelHierarchy"/>
    <dgm:cxn modelId="{0A03E186-F401-495B-85C6-A6900EE9C83D}" type="presOf" srcId="{2E727DAB-7F98-43F4-9B93-03AD50745944}" destId="{3F7CDDC0-73F0-424C-8AE1-A6DF392033BB}" srcOrd="0" destOrd="0" presId="urn:microsoft.com/office/officeart/2008/layout/HorizontalMultiLevelHierarchy"/>
    <dgm:cxn modelId="{2EFA668A-9F36-4177-B3DE-65A39F068F35}" type="presOf" srcId="{B8D5C56D-F979-4CD5-943E-BFF9032004EE}" destId="{7445A50E-DFD4-4FF9-8E99-04A3EF3147F6}" srcOrd="0" destOrd="0" presId="urn:microsoft.com/office/officeart/2008/layout/HorizontalMultiLevelHierarchy"/>
    <dgm:cxn modelId="{3585EC8A-5584-4FE2-9AA8-9392434C9D4C}" type="presOf" srcId="{792FEBA6-A88D-4ADC-827A-39F7E2A75FC1}" destId="{341F7B38-9AD0-4072-8E33-F3FD128F9D3A}" srcOrd="1" destOrd="0" presId="urn:microsoft.com/office/officeart/2008/layout/HorizontalMultiLevelHierarchy"/>
    <dgm:cxn modelId="{6A2D6A90-C53B-461F-9234-626AFC4DEFD2}" srcId="{54B9ABFE-769D-4DEC-AAA3-FED2D9D1DDCB}" destId="{518438A9-6B59-48C8-A7EA-7E4738E5E5EC}" srcOrd="3" destOrd="0" parTransId="{BEB86BEB-952D-48CA-9661-2BE92C0B7576}" sibTransId="{43414E7E-D023-4FCA-8F98-D18F50ACB615}"/>
    <dgm:cxn modelId="{41DAB09F-6124-453A-AE43-DC1D68587296}" type="presOf" srcId="{C2617DB1-092A-40BC-AFF5-DDFD8996EFB8}" destId="{E6C9D5AE-2796-4BBD-A34D-F375EBC8D73C}" srcOrd="0" destOrd="0" presId="urn:microsoft.com/office/officeart/2008/layout/HorizontalMultiLevelHierarchy"/>
    <dgm:cxn modelId="{7BB154A0-6A6D-4A03-A827-E9B07097CF7E}" type="presOf" srcId="{D13B0EDD-99C5-4197-9BAB-30221095CA26}" destId="{5D88408F-E434-4F33-8875-53EE799E2721}" srcOrd="0" destOrd="0" presId="urn:microsoft.com/office/officeart/2008/layout/HorizontalMultiLevelHierarchy"/>
    <dgm:cxn modelId="{120467B1-96F7-409C-A4B5-3A4FF10D99EE}" srcId="{54B9ABFE-769D-4DEC-AAA3-FED2D9D1DDCB}" destId="{FFE0CE90-FF1D-461E-A69A-8B6C54F77699}" srcOrd="4" destOrd="0" parTransId="{50AF91F8-E779-4BD9-8837-7B0308896925}" sibTransId="{8585B2D4-40DF-4255-9A8A-D5EBB40490F9}"/>
    <dgm:cxn modelId="{0B8E87BC-7A40-4C80-909E-F27929A0B3DC}" srcId="{54B9ABFE-769D-4DEC-AAA3-FED2D9D1DDCB}" destId="{6CF7D4B9-7951-445A-8285-3BDFFD74EFC2}" srcOrd="2" destOrd="0" parTransId="{B8D5C56D-F979-4CD5-943E-BFF9032004EE}" sibTransId="{2CBC9202-2049-47FA-8C6A-BA85217D6692}"/>
    <dgm:cxn modelId="{32229FBC-42B7-4DC4-BC01-1D992B3BF85E}" type="presOf" srcId="{D13B0EDD-99C5-4197-9BAB-30221095CA26}" destId="{FDB43FAA-639E-4052-88F5-729563F3CB8F}" srcOrd="1" destOrd="0" presId="urn:microsoft.com/office/officeart/2008/layout/HorizontalMultiLevelHierarchy"/>
    <dgm:cxn modelId="{70B0EECC-0C4D-4856-B02F-6B4AD755C7E4}" type="presOf" srcId="{54B9ABFE-769D-4DEC-AAA3-FED2D9D1DDCB}" destId="{44B620B6-2CB7-41AE-8BD2-CFAC2A51A1E0}" srcOrd="0" destOrd="0" presId="urn:microsoft.com/office/officeart/2008/layout/HorizontalMultiLevelHierarchy"/>
    <dgm:cxn modelId="{CCE003D0-9A5C-441D-B236-3622DBC1A872}" type="presOf" srcId="{50AF91F8-E779-4BD9-8837-7B0308896925}" destId="{D764A783-F23A-4BB6-A6C2-94E332DFA5DC}" srcOrd="1" destOrd="0" presId="urn:microsoft.com/office/officeart/2008/layout/HorizontalMultiLevelHierarchy"/>
    <dgm:cxn modelId="{FD65E1D9-6F53-430F-A1B3-B61DB3757D87}" type="presOf" srcId="{CEAEE8BA-3958-49F2-BD57-B4828024888D}" destId="{047435AB-0BA8-4C99-8A06-F94E327BF39F}" srcOrd="0" destOrd="0" presId="urn:microsoft.com/office/officeart/2008/layout/HorizontalMultiLevelHierarchy"/>
    <dgm:cxn modelId="{C79B68E5-3462-49DA-931A-B5F6DA9D3FAA}" type="presOf" srcId="{695831AC-5AEA-4408-A67C-4383B42785A1}" destId="{C84ED137-7845-4DA9-9E4C-E92A41146C32}" srcOrd="0" destOrd="0" presId="urn:microsoft.com/office/officeart/2008/layout/HorizontalMultiLevelHierarchy"/>
    <dgm:cxn modelId="{D95722FA-A12A-48FF-8108-2C632721AF12}" srcId="{54B9ABFE-769D-4DEC-AAA3-FED2D9D1DDCB}" destId="{695831AC-5AEA-4408-A67C-4383B42785A1}" srcOrd="1" destOrd="0" parTransId="{E89F99A0-BFCF-4FE9-A356-BF4430D28AA0}" sibTransId="{A5A9E944-47A6-4919-82B1-D727B3A57B5E}"/>
    <dgm:cxn modelId="{ADA67494-2CEB-45B6-A4E9-8BF169898E7A}" type="presParOf" srcId="{3F7CDDC0-73F0-424C-8AE1-A6DF392033BB}" destId="{2D92B765-0FF6-4DA5-ABCA-6CA403E48174}" srcOrd="0" destOrd="0" presId="urn:microsoft.com/office/officeart/2008/layout/HorizontalMultiLevelHierarchy"/>
    <dgm:cxn modelId="{8321626B-51AD-46EF-843A-4822D3C1CEB4}" type="presParOf" srcId="{2D92B765-0FF6-4DA5-ABCA-6CA403E48174}" destId="{44B620B6-2CB7-41AE-8BD2-CFAC2A51A1E0}" srcOrd="0" destOrd="0" presId="urn:microsoft.com/office/officeart/2008/layout/HorizontalMultiLevelHierarchy"/>
    <dgm:cxn modelId="{72710FA3-8CF9-4AC2-9393-BBFC3C50A38A}" type="presParOf" srcId="{2D92B765-0FF6-4DA5-ABCA-6CA403E48174}" destId="{C73477E0-6592-4E73-8965-41CEC409A927}" srcOrd="1" destOrd="0" presId="urn:microsoft.com/office/officeart/2008/layout/HorizontalMultiLevelHierarchy"/>
    <dgm:cxn modelId="{F88322B0-ED35-4903-9F1C-22031A9977C2}" type="presParOf" srcId="{C73477E0-6592-4E73-8965-41CEC409A927}" destId="{5D88408F-E434-4F33-8875-53EE799E2721}" srcOrd="0" destOrd="0" presId="urn:microsoft.com/office/officeart/2008/layout/HorizontalMultiLevelHierarchy"/>
    <dgm:cxn modelId="{559EC386-B58A-407E-8D68-FB33C042C436}" type="presParOf" srcId="{5D88408F-E434-4F33-8875-53EE799E2721}" destId="{FDB43FAA-639E-4052-88F5-729563F3CB8F}" srcOrd="0" destOrd="0" presId="urn:microsoft.com/office/officeart/2008/layout/HorizontalMultiLevelHierarchy"/>
    <dgm:cxn modelId="{F9A3D7F4-9148-4D78-8E78-A0CEC0FE1BB0}" type="presParOf" srcId="{C73477E0-6592-4E73-8965-41CEC409A927}" destId="{3A820624-42E4-4209-AC08-B45395ED9B9D}" srcOrd="1" destOrd="0" presId="urn:microsoft.com/office/officeart/2008/layout/HorizontalMultiLevelHierarchy"/>
    <dgm:cxn modelId="{AD784196-F00A-4F61-B51C-A1E479EECF10}" type="presParOf" srcId="{3A820624-42E4-4209-AC08-B45395ED9B9D}" destId="{047435AB-0BA8-4C99-8A06-F94E327BF39F}" srcOrd="0" destOrd="0" presId="urn:microsoft.com/office/officeart/2008/layout/HorizontalMultiLevelHierarchy"/>
    <dgm:cxn modelId="{48FC978C-1F82-45D9-B00B-C2ED533A8F3A}" type="presParOf" srcId="{3A820624-42E4-4209-AC08-B45395ED9B9D}" destId="{F1A7C80A-20DD-405F-AC69-6BB0525E4CE6}" srcOrd="1" destOrd="0" presId="urn:microsoft.com/office/officeart/2008/layout/HorizontalMultiLevelHierarchy"/>
    <dgm:cxn modelId="{4C7AAD71-AF32-4705-8A94-58EDAC5BC1D3}" type="presParOf" srcId="{C73477E0-6592-4E73-8965-41CEC409A927}" destId="{450D49FD-D5FE-464C-B0D7-DC6E1E4F4213}" srcOrd="2" destOrd="0" presId="urn:microsoft.com/office/officeart/2008/layout/HorizontalMultiLevelHierarchy"/>
    <dgm:cxn modelId="{5410ADAB-B513-412E-B7A7-E5609B1C3880}" type="presParOf" srcId="{450D49FD-D5FE-464C-B0D7-DC6E1E4F4213}" destId="{73312748-4F7C-40D0-A7F1-3912781DA105}" srcOrd="0" destOrd="0" presId="urn:microsoft.com/office/officeart/2008/layout/HorizontalMultiLevelHierarchy"/>
    <dgm:cxn modelId="{2760B5B3-672D-4705-A17F-1C74BFA15FEB}" type="presParOf" srcId="{C73477E0-6592-4E73-8965-41CEC409A927}" destId="{71C02642-6084-435A-937E-CF95AC70DD1E}" srcOrd="3" destOrd="0" presId="urn:microsoft.com/office/officeart/2008/layout/HorizontalMultiLevelHierarchy"/>
    <dgm:cxn modelId="{3870E585-50DA-453F-87DA-99BEB8E76B8D}" type="presParOf" srcId="{71C02642-6084-435A-937E-CF95AC70DD1E}" destId="{C84ED137-7845-4DA9-9E4C-E92A41146C32}" srcOrd="0" destOrd="0" presId="urn:microsoft.com/office/officeart/2008/layout/HorizontalMultiLevelHierarchy"/>
    <dgm:cxn modelId="{4BED1101-DF9C-437E-B48B-D5CADA88C3FB}" type="presParOf" srcId="{71C02642-6084-435A-937E-CF95AC70DD1E}" destId="{78BFCE7E-77B4-417B-8113-5F271F333E02}" srcOrd="1" destOrd="0" presId="urn:microsoft.com/office/officeart/2008/layout/HorizontalMultiLevelHierarchy"/>
    <dgm:cxn modelId="{405E5C69-44BE-415B-8B74-65FB3B89F1D6}" type="presParOf" srcId="{C73477E0-6592-4E73-8965-41CEC409A927}" destId="{7445A50E-DFD4-4FF9-8E99-04A3EF3147F6}" srcOrd="4" destOrd="0" presId="urn:microsoft.com/office/officeart/2008/layout/HorizontalMultiLevelHierarchy"/>
    <dgm:cxn modelId="{0918D58B-476D-437C-BFB2-EE4F7BA95B7A}" type="presParOf" srcId="{7445A50E-DFD4-4FF9-8E99-04A3EF3147F6}" destId="{BD7FF9EC-72D4-467F-AC89-E0C46D92134A}" srcOrd="0" destOrd="0" presId="urn:microsoft.com/office/officeart/2008/layout/HorizontalMultiLevelHierarchy"/>
    <dgm:cxn modelId="{B60CE46D-D11A-4704-941F-282BDA1199BC}" type="presParOf" srcId="{C73477E0-6592-4E73-8965-41CEC409A927}" destId="{EDC5EA2C-1866-4197-908B-586A09CABFC0}" srcOrd="5" destOrd="0" presId="urn:microsoft.com/office/officeart/2008/layout/HorizontalMultiLevelHierarchy"/>
    <dgm:cxn modelId="{6208B590-C478-45D1-8984-28F0468E231D}" type="presParOf" srcId="{EDC5EA2C-1866-4197-908B-586A09CABFC0}" destId="{E8D6E8E4-31AB-4050-9A6D-085A791EFC68}" srcOrd="0" destOrd="0" presId="urn:microsoft.com/office/officeart/2008/layout/HorizontalMultiLevelHierarchy"/>
    <dgm:cxn modelId="{6BD8E45C-2F5C-48AB-9486-31E1CFC14818}" type="presParOf" srcId="{EDC5EA2C-1866-4197-908B-586A09CABFC0}" destId="{62D3DFDF-8A32-4072-9246-CAF40888F9F5}" srcOrd="1" destOrd="0" presId="urn:microsoft.com/office/officeart/2008/layout/HorizontalMultiLevelHierarchy"/>
    <dgm:cxn modelId="{5F80A4B4-30B6-4A3F-91FD-F90BC8B1DFA1}" type="presParOf" srcId="{C73477E0-6592-4E73-8965-41CEC409A927}" destId="{885666DC-AD7B-463F-BA6E-9B99FA241CD8}" srcOrd="6" destOrd="0" presId="urn:microsoft.com/office/officeart/2008/layout/HorizontalMultiLevelHierarchy"/>
    <dgm:cxn modelId="{BE4D8AC1-4CF0-4178-BF8A-F4300E3D79E4}" type="presParOf" srcId="{885666DC-AD7B-463F-BA6E-9B99FA241CD8}" destId="{5378CE7B-A319-449B-B6B0-7482C5912E20}" srcOrd="0" destOrd="0" presId="urn:microsoft.com/office/officeart/2008/layout/HorizontalMultiLevelHierarchy"/>
    <dgm:cxn modelId="{1A3A56A4-7E6D-4321-AF2A-62B0F9A2A1E7}" type="presParOf" srcId="{C73477E0-6592-4E73-8965-41CEC409A927}" destId="{47F84E21-C029-49C0-A6DF-873785E28FC9}" srcOrd="7" destOrd="0" presId="urn:microsoft.com/office/officeart/2008/layout/HorizontalMultiLevelHierarchy"/>
    <dgm:cxn modelId="{47BE0262-E603-46C7-AB15-C43237E582BF}" type="presParOf" srcId="{47F84E21-C029-49C0-A6DF-873785E28FC9}" destId="{D0015EDA-FBC8-4B61-9B87-79DF8DEABE5C}" srcOrd="0" destOrd="0" presId="urn:microsoft.com/office/officeart/2008/layout/HorizontalMultiLevelHierarchy"/>
    <dgm:cxn modelId="{18AD0F4A-79E7-44FC-A682-B404A2BCA590}" type="presParOf" srcId="{47F84E21-C029-49C0-A6DF-873785E28FC9}" destId="{C6E6E227-1FF6-42EF-9B53-C63B3DFBF91C}" srcOrd="1" destOrd="0" presId="urn:microsoft.com/office/officeart/2008/layout/HorizontalMultiLevelHierarchy"/>
    <dgm:cxn modelId="{D7E7723A-F90B-4748-9444-79F38DE6EAEA}" type="presParOf" srcId="{C73477E0-6592-4E73-8965-41CEC409A927}" destId="{5BA58CD2-A04A-4FE0-988E-066B168C19B8}" srcOrd="8" destOrd="0" presId="urn:microsoft.com/office/officeart/2008/layout/HorizontalMultiLevelHierarchy"/>
    <dgm:cxn modelId="{A188ED8A-C2EC-40B7-A979-7E6B5338D721}" type="presParOf" srcId="{5BA58CD2-A04A-4FE0-988E-066B168C19B8}" destId="{D764A783-F23A-4BB6-A6C2-94E332DFA5DC}" srcOrd="0" destOrd="0" presId="urn:microsoft.com/office/officeart/2008/layout/HorizontalMultiLevelHierarchy"/>
    <dgm:cxn modelId="{1C89F824-222D-40FC-B260-336E526B945C}" type="presParOf" srcId="{C73477E0-6592-4E73-8965-41CEC409A927}" destId="{4AD04E1F-63D4-45E9-B460-4BCAFAFA94FF}" srcOrd="9" destOrd="0" presId="urn:microsoft.com/office/officeart/2008/layout/HorizontalMultiLevelHierarchy"/>
    <dgm:cxn modelId="{259D4DC7-91B6-4C68-BDD6-502C134D66DC}" type="presParOf" srcId="{4AD04E1F-63D4-45E9-B460-4BCAFAFA94FF}" destId="{FE28A636-5539-4B5E-8898-B9C624DFBC97}" srcOrd="0" destOrd="0" presId="urn:microsoft.com/office/officeart/2008/layout/HorizontalMultiLevelHierarchy"/>
    <dgm:cxn modelId="{F63BD054-455F-45DC-ACB0-12D217233126}" type="presParOf" srcId="{4AD04E1F-63D4-45E9-B460-4BCAFAFA94FF}" destId="{C2ACA907-86FD-4DD5-BA41-ECEADD934F56}" srcOrd="1" destOrd="0" presId="urn:microsoft.com/office/officeart/2008/layout/HorizontalMultiLevelHierarchy"/>
    <dgm:cxn modelId="{E2F18DD2-5B30-4B32-A6BF-7B9F4A2CA2D9}" type="presParOf" srcId="{C73477E0-6592-4E73-8965-41CEC409A927}" destId="{76C471C3-CD26-48B1-88D9-20C0D28199FE}" srcOrd="10" destOrd="0" presId="urn:microsoft.com/office/officeart/2008/layout/HorizontalMultiLevelHierarchy"/>
    <dgm:cxn modelId="{E4E2BCC3-1569-4AE0-A844-19BB86569E75}" type="presParOf" srcId="{76C471C3-CD26-48B1-88D9-20C0D28199FE}" destId="{341F7B38-9AD0-4072-8E33-F3FD128F9D3A}" srcOrd="0" destOrd="0" presId="urn:microsoft.com/office/officeart/2008/layout/HorizontalMultiLevelHierarchy"/>
    <dgm:cxn modelId="{801A28C8-E349-4774-8E5B-D6E43D47F50D}" type="presParOf" srcId="{C73477E0-6592-4E73-8965-41CEC409A927}" destId="{72F1639E-3859-471C-85D6-FE895BADC3F1}" srcOrd="11" destOrd="0" presId="urn:microsoft.com/office/officeart/2008/layout/HorizontalMultiLevelHierarchy"/>
    <dgm:cxn modelId="{9E9EDB48-DE46-43AB-BFAE-C8B38722B987}" type="presParOf" srcId="{72F1639E-3859-471C-85D6-FE895BADC3F1}" destId="{E6C9D5AE-2796-4BBD-A34D-F375EBC8D73C}" srcOrd="0" destOrd="0" presId="urn:microsoft.com/office/officeart/2008/layout/HorizontalMultiLevelHierarchy"/>
    <dgm:cxn modelId="{212A1B18-9E68-41D8-9029-AD4CD511561F}" type="presParOf" srcId="{72F1639E-3859-471C-85D6-FE895BADC3F1}" destId="{1186E121-64EB-4737-BFF1-8CE931781DA2}" srcOrd="1" destOrd="0" presId="urn:microsoft.com/office/officeart/2008/layout/HorizontalMultiLevelHierarchy"/>
    <dgm:cxn modelId="{9254E17B-5E35-4AF6-AAC2-6FEBA9AF23BF}" type="presParOf" srcId="{C73477E0-6592-4E73-8965-41CEC409A927}" destId="{227EE175-96F9-4694-AD1E-E84D2470C4DA}" srcOrd="12" destOrd="0" presId="urn:microsoft.com/office/officeart/2008/layout/HorizontalMultiLevelHierarchy"/>
    <dgm:cxn modelId="{73EF82E8-414D-45E9-8A77-9FB63717C5FB}" type="presParOf" srcId="{227EE175-96F9-4694-AD1E-E84D2470C4DA}" destId="{ACFBC238-448F-4669-9F61-09FD2CB034F0}" srcOrd="0" destOrd="0" presId="urn:microsoft.com/office/officeart/2008/layout/HorizontalMultiLevelHierarchy"/>
    <dgm:cxn modelId="{6DF4C831-62A7-439D-932F-9B60922E4051}" type="presParOf" srcId="{C73477E0-6592-4E73-8965-41CEC409A927}" destId="{194F9348-9466-4238-A7CD-9E6EA0AA3E53}" srcOrd="13" destOrd="0" presId="urn:microsoft.com/office/officeart/2008/layout/HorizontalMultiLevelHierarchy"/>
    <dgm:cxn modelId="{DA9F3A84-C584-4494-8C5B-30A75CC85C64}" type="presParOf" srcId="{194F9348-9466-4238-A7CD-9E6EA0AA3E53}" destId="{9A81B911-C204-4128-BC4F-7A88C789A328}" srcOrd="0" destOrd="0" presId="urn:microsoft.com/office/officeart/2008/layout/HorizontalMultiLevelHierarchy"/>
    <dgm:cxn modelId="{103F4420-47CC-4317-AF94-ECB6E4AF3A2E}" type="presParOf" srcId="{194F9348-9466-4238-A7CD-9E6EA0AA3E53}" destId="{CE8F1F35-5678-4A3C-AAB1-780EF53DE87F}" srcOrd="1" destOrd="0" presId="urn:microsoft.com/office/officeart/2008/layout/HorizontalMultiLevelHierarchy"/>
    <dgm:cxn modelId="{F9A21AC4-9C54-47D3-A691-4FCD836A93D6}" type="presParOf" srcId="{C73477E0-6592-4E73-8965-41CEC409A927}" destId="{A9E73A19-1A31-4031-8A48-D9458741FBBE}" srcOrd="14" destOrd="0" presId="urn:microsoft.com/office/officeart/2008/layout/HorizontalMultiLevelHierarchy"/>
    <dgm:cxn modelId="{06ED2D65-27F1-4C08-9C74-EDE0E0D5BDBB}" type="presParOf" srcId="{A9E73A19-1A31-4031-8A48-D9458741FBBE}" destId="{BD05786F-660E-47A0-9F98-F2030B91587B}" srcOrd="0" destOrd="0" presId="urn:microsoft.com/office/officeart/2008/layout/HorizontalMultiLevelHierarchy"/>
    <dgm:cxn modelId="{89BB8D03-1B36-4C60-B19B-4D09B28820DF}" type="presParOf" srcId="{C73477E0-6592-4E73-8965-41CEC409A927}" destId="{029A5710-5DE7-47C8-BB9E-0D3F4DAF3861}" srcOrd="15" destOrd="0" presId="urn:microsoft.com/office/officeart/2008/layout/HorizontalMultiLevelHierarchy"/>
    <dgm:cxn modelId="{A93801DF-C4C3-4A5F-BA29-7ECC18D26001}" type="presParOf" srcId="{029A5710-5DE7-47C8-BB9E-0D3F4DAF3861}" destId="{62AE86D7-EC7D-4D3D-BA5C-406AECBED493}" srcOrd="0" destOrd="0" presId="urn:microsoft.com/office/officeart/2008/layout/HorizontalMultiLevelHierarchy"/>
    <dgm:cxn modelId="{840A953D-F06B-425D-A464-9F648AFDD1CD}" type="presParOf" srcId="{029A5710-5DE7-47C8-BB9E-0D3F4DAF3861}" destId="{43466DD0-F5B0-4901-AB09-FA9F7398CEBC}" srcOrd="1" destOrd="0" presId="urn:microsoft.com/office/officeart/2008/layout/HorizontalMultiLevelHierarchy"/>
  </dgm:cxnLst>
  <dgm:bg>
    <a:noFill/>
  </dgm:bg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E727DAB-7F98-43F4-9B93-03AD50745944}" type="doc">
      <dgm:prSet loTypeId="urn:microsoft.com/office/officeart/2005/8/layout/hierarchy1" loCatId="hierarchy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4B9ABFE-769D-4DEC-AAA3-FED2D9D1DDCB}">
      <dgm:prSet phldrT="[Text]" custT="1"/>
      <dgm:spPr/>
      <dgm:t>
        <a:bodyPr/>
        <a:lstStyle/>
        <a:p>
          <a:r>
            <a:rPr lang="en-US" sz="5400" b="1" dirty="0">
              <a:latin typeface="Bodoni MT"/>
            </a:rPr>
            <a:t>Performance </a:t>
          </a:r>
        </a:p>
      </dgm:t>
    </dgm:pt>
    <dgm:pt modelId="{D3884B42-9B2D-438C-9110-F83F53454A66}" type="parTrans" cxnId="{5C6A6553-1750-4BB9-8D63-8B1EC04BAD5A}">
      <dgm:prSet/>
      <dgm:spPr/>
      <dgm:t>
        <a:bodyPr/>
        <a:lstStyle/>
        <a:p>
          <a:endParaRPr lang="en-US"/>
        </a:p>
      </dgm:t>
    </dgm:pt>
    <dgm:pt modelId="{5D7AF33A-A96D-4B88-B4EF-A00A2CDB81BA}" type="sibTrans" cxnId="{5C6A6553-1750-4BB9-8D63-8B1EC04BAD5A}">
      <dgm:prSet/>
      <dgm:spPr/>
      <dgm:t>
        <a:bodyPr/>
        <a:lstStyle/>
        <a:p>
          <a:endParaRPr lang="en-US"/>
        </a:p>
      </dgm:t>
    </dgm:pt>
    <dgm:pt modelId="{FFE0CE90-FF1D-461E-A69A-8B6C54F77699}">
      <dgm:prSet/>
      <dgm:spPr/>
      <dgm:t>
        <a:bodyPr/>
        <a:lstStyle/>
        <a:p>
          <a:r>
            <a:rPr lang="en-US" dirty="0">
              <a:latin typeface="Bodoni MT"/>
            </a:rPr>
            <a:t>Recognize and reward high performing employees</a:t>
          </a:r>
        </a:p>
      </dgm:t>
    </dgm:pt>
    <dgm:pt modelId="{50AF91F8-E779-4BD9-8837-7B0308896925}" type="parTrans" cxnId="{120467B1-96F7-409C-A4B5-3A4FF10D99EE}">
      <dgm:prSet/>
      <dgm:spPr/>
      <dgm:t>
        <a:bodyPr/>
        <a:lstStyle/>
        <a:p>
          <a:endParaRPr lang="en-US"/>
        </a:p>
      </dgm:t>
    </dgm:pt>
    <dgm:pt modelId="{8585B2D4-40DF-4255-9A8A-D5EBB40490F9}" type="sibTrans" cxnId="{120467B1-96F7-409C-A4B5-3A4FF10D99EE}">
      <dgm:prSet/>
      <dgm:spPr/>
      <dgm:t>
        <a:bodyPr/>
        <a:lstStyle/>
        <a:p>
          <a:endParaRPr lang="en-US"/>
        </a:p>
      </dgm:t>
    </dgm:pt>
    <dgm:pt modelId="{518438A9-6B59-48C8-A7EA-7E4738E5E5EC}">
      <dgm:prSet/>
      <dgm:spPr/>
      <dgm:t>
        <a:bodyPr/>
        <a:lstStyle/>
        <a:p>
          <a:r>
            <a:rPr lang="en-US" dirty="0">
              <a:latin typeface="Bodoni MT"/>
            </a:rPr>
            <a:t>Retention programs </a:t>
          </a:r>
        </a:p>
      </dgm:t>
    </dgm:pt>
    <dgm:pt modelId="{BEB86BEB-952D-48CA-9661-2BE92C0B7576}" type="parTrans" cxnId="{6A2D6A90-C53B-461F-9234-626AFC4DEFD2}">
      <dgm:prSet/>
      <dgm:spPr/>
      <dgm:t>
        <a:bodyPr/>
        <a:lstStyle/>
        <a:p>
          <a:endParaRPr lang="en-US"/>
        </a:p>
      </dgm:t>
    </dgm:pt>
    <dgm:pt modelId="{43414E7E-D023-4FCA-8F98-D18F50ACB615}" type="sibTrans" cxnId="{6A2D6A90-C53B-461F-9234-626AFC4DEFD2}">
      <dgm:prSet/>
      <dgm:spPr/>
      <dgm:t>
        <a:bodyPr/>
        <a:lstStyle/>
        <a:p>
          <a:endParaRPr lang="en-US"/>
        </a:p>
      </dgm:t>
    </dgm:pt>
    <dgm:pt modelId="{695831AC-5AEA-4408-A67C-4383B42785A1}">
      <dgm:prSet custT="1"/>
      <dgm:spPr/>
      <dgm:t>
        <a:bodyPr/>
        <a:lstStyle/>
        <a:p>
          <a:pPr rtl="0"/>
          <a:r>
            <a:rPr lang="en-US" sz="3200" dirty="0">
              <a:latin typeface="Bodoni MT"/>
            </a:rPr>
            <a:t>Enhance training &amp; development</a:t>
          </a:r>
        </a:p>
      </dgm:t>
    </dgm:pt>
    <dgm:pt modelId="{E89F99A0-BFCF-4FE9-A356-BF4430D28AA0}" type="parTrans" cxnId="{D95722FA-A12A-48FF-8108-2C632721AF12}">
      <dgm:prSet/>
      <dgm:spPr/>
      <dgm:t>
        <a:bodyPr/>
        <a:lstStyle/>
        <a:p>
          <a:endParaRPr lang="en-US"/>
        </a:p>
      </dgm:t>
    </dgm:pt>
    <dgm:pt modelId="{A5A9E944-47A6-4919-82B1-D727B3A57B5E}" type="sibTrans" cxnId="{D95722FA-A12A-48FF-8108-2C632721AF12}">
      <dgm:prSet/>
      <dgm:spPr/>
      <dgm:t>
        <a:bodyPr/>
        <a:lstStyle/>
        <a:p>
          <a:endParaRPr lang="en-US"/>
        </a:p>
      </dgm:t>
    </dgm:pt>
    <dgm:pt modelId="{6CF7D4B9-7951-445A-8285-3BDFFD74EFC2}">
      <dgm:prSet phldr="0" custT="1"/>
      <dgm:spPr/>
      <dgm:t>
        <a:bodyPr/>
        <a:lstStyle/>
        <a:p>
          <a:pPr rtl="0"/>
          <a:r>
            <a:rPr lang="en-US" sz="4500" dirty="0">
              <a:latin typeface="Bodoni MT"/>
            </a:rPr>
            <a:t>Regular feedback loops</a:t>
          </a:r>
        </a:p>
      </dgm:t>
    </dgm:pt>
    <dgm:pt modelId="{B8D5C56D-F979-4CD5-943E-BFF9032004EE}" type="parTrans" cxnId="{0B8E87BC-7A40-4C80-909E-F27929A0B3DC}">
      <dgm:prSet/>
      <dgm:spPr/>
      <dgm:t>
        <a:bodyPr/>
        <a:lstStyle/>
        <a:p>
          <a:endParaRPr lang="en-US"/>
        </a:p>
      </dgm:t>
    </dgm:pt>
    <dgm:pt modelId="{2CBC9202-2049-47FA-8C6A-BA85217D6692}" type="sibTrans" cxnId="{0B8E87BC-7A40-4C80-909E-F27929A0B3DC}">
      <dgm:prSet/>
      <dgm:spPr/>
      <dgm:t>
        <a:bodyPr/>
        <a:lstStyle/>
        <a:p>
          <a:endParaRPr lang="en-US"/>
        </a:p>
      </dgm:t>
    </dgm:pt>
    <dgm:pt modelId="{1C89FC70-2D18-4A3B-BB4D-4FDE7C43EF08}">
      <dgm:prSet phldr="0"/>
      <dgm:spPr/>
      <dgm:t>
        <a:bodyPr/>
        <a:lstStyle/>
        <a:p>
          <a:pPr rtl="0"/>
          <a:r>
            <a:rPr lang="en-US" dirty="0">
              <a:latin typeface="Bodoni MT"/>
            </a:rPr>
            <a:t>Older employees as consultants </a:t>
          </a:r>
        </a:p>
      </dgm:t>
    </dgm:pt>
    <dgm:pt modelId="{8632CA90-E597-4997-9694-9B0D1B3E83F9}" type="parTrans" cxnId="{67535499-679E-4D4C-8A27-60F39850D83B}">
      <dgm:prSet/>
      <dgm:spPr/>
    </dgm:pt>
    <dgm:pt modelId="{4F8D566E-84CB-4147-9A49-308F720587FC}" type="sibTrans" cxnId="{67535499-679E-4D4C-8A27-60F39850D83B}">
      <dgm:prSet/>
      <dgm:spPr/>
    </dgm:pt>
    <dgm:pt modelId="{7E59E620-AA20-4C51-A7DA-D29452759AD3}" type="pres">
      <dgm:prSet presAssocID="{2E727DAB-7F98-43F4-9B93-03AD5074594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0C77373-B775-4A50-AB75-513F2A1425E9}" type="pres">
      <dgm:prSet presAssocID="{54B9ABFE-769D-4DEC-AAA3-FED2D9D1DDCB}" presName="hierRoot1" presStyleCnt="0"/>
      <dgm:spPr/>
    </dgm:pt>
    <dgm:pt modelId="{56F4BE27-DACB-4D94-887A-F33F7274BE9A}" type="pres">
      <dgm:prSet presAssocID="{54B9ABFE-769D-4DEC-AAA3-FED2D9D1DDCB}" presName="composite" presStyleCnt="0"/>
      <dgm:spPr/>
    </dgm:pt>
    <dgm:pt modelId="{7E322AE8-04F5-4C88-9637-245DC44A15DF}" type="pres">
      <dgm:prSet presAssocID="{54B9ABFE-769D-4DEC-AAA3-FED2D9D1DDCB}" presName="background" presStyleLbl="node0" presStyleIdx="0" presStyleCnt="1"/>
      <dgm:spPr/>
    </dgm:pt>
    <dgm:pt modelId="{F86DEA75-52D5-4826-B2E4-6C376239F7B0}" type="pres">
      <dgm:prSet presAssocID="{54B9ABFE-769D-4DEC-AAA3-FED2D9D1DDCB}" presName="text" presStyleLbl="fgAcc0" presStyleIdx="0" presStyleCnt="1" custScaleX="161265" custScaleY="127938">
        <dgm:presLayoutVars>
          <dgm:chPref val="3"/>
        </dgm:presLayoutVars>
      </dgm:prSet>
      <dgm:spPr/>
    </dgm:pt>
    <dgm:pt modelId="{BA55A637-CE16-4E14-BE1C-66FAB2705333}" type="pres">
      <dgm:prSet presAssocID="{54B9ABFE-769D-4DEC-AAA3-FED2D9D1DDCB}" presName="hierChild2" presStyleCnt="0"/>
      <dgm:spPr/>
    </dgm:pt>
    <dgm:pt modelId="{D916EA7E-A02B-4CFD-91C4-65EDF4F57A94}" type="pres">
      <dgm:prSet presAssocID="{E89F99A0-BFCF-4FE9-A356-BF4430D28AA0}" presName="Name10" presStyleLbl="parChTrans1D2" presStyleIdx="0" presStyleCnt="5"/>
      <dgm:spPr/>
    </dgm:pt>
    <dgm:pt modelId="{DA72503D-D162-4A70-A0A3-9A5CD6359246}" type="pres">
      <dgm:prSet presAssocID="{695831AC-5AEA-4408-A67C-4383B42785A1}" presName="hierRoot2" presStyleCnt="0"/>
      <dgm:spPr/>
    </dgm:pt>
    <dgm:pt modelId="{83F8F3C3-91F3-4E8F-B671-EF34ADE4F465}" type="pres">
      <dgm:prSet presAssocID="{695831AC-5AEA-4408-A67C-4383B42785A1}" presName="composite2" presStyleCnt="0"/>
      <dgm:spPr/>
    </dgm:pt>
    <dgm:pt modelId="{91DB657A-9AC1-450B-B0E4-5091EB04BF3C}" type="pres">
      <dgm:prSet presAssocID="{695831AC-5AEA-4408-A67C-4383B42785A1}" presName="background2" presStyleLbl="node2" presStyleIdx="0" presStyleCnt="5"/>
      <dgm:spPr/>
    </dgm:pt>
    <dgm:pt modelId="{757AEAD2-2A91-4628-BEC7-AC6B2191B3C9}" type="pres">
      <dgm:prSet presAssocID="{695831AC-5AEA-4408-A67C-4383B42785A1}" presName="text2" presStyleLbl="fgAcc2" presStyleIdx="0" presStyleCnt="5">
        <dgm:presLayoutVars>
          <dgm:chPref val="3"/>
        </dgm:presLayoutVars>
      </dgm:prSet>
      <dgm:spPr/>
    </dgm:pt>
    <dgm:pt modelId="{6610EA18-5FBC-4009-B5E5-FEDB2D09653D}" type="pres">
      <dgm:prSet presAssocID="{695831AC-5AEA-4408-A67C-4383B42785A1}" presName="hierChild3" presStyleCnt="0"/>
      <dgm:spPr/>
    </dgm:pt>
    <dgm:pt modelId="{4254407C-A79C-456E-A7A7-C72708531AD0}" type="pres">
      <dgm:prSet presAssocID="{B8D5C56D-F979-4CD5-943E-BFF9032004EE}" presName="Name10" presStyleLbl="parChTrans1D2" presStyleIdx="1" presStyleCnt="5"/>
      <dgm:spPr/>
    </dgm:pt>
    <dgm:pt modelId="{FEFFF443-FC20-4B5B-978B-12EFC6973483}" type="pres">
      <dgm:prSet presAssocID="{6CF7D4B9-7951-445A-8285-3BDFFD74EFC2}" presName="hierRoot2" presStyleCnt="0"/>
      <dgm:spPr/>
    </dgm:pt>
    <dgm:pt modelId="{CCFC4802-27B2-40BE-BFEE-87EFEB86936C}" type="pres">
      <dgm:prSet presAssocID="{6CF7D4B9-7951-445A-8285-3BDFFD74EFC2}" presName="composite2" presStyleCnt="0"/>
      <dgm:spPr/>
    </dgm:pt>
    <dgm:pt modelId="{F355B7CF-9BCB-4CEE-AD9D-84285DE264A5}" type="pres">
      <dgm:prSet presAssocID="{6CF7D4B9-7951-445A-8285-3BDFFD74EFC2}" presName="background2" presStyleLbl="node2" presStyleIdx="1" presStyleCnt="5"/>
      <dgm:spPr/>
    </dgm:pt>
    <dgm:pt modelId="{D864FA28-772C-4B91-AA89-820785FCB63E}" type="pres">
      <dgm:prSet presAssocID="{6CF7D4B9-7951-445A-8285-3BDFFD74EFC2}" presName="text2" presStyleLbl="fgAcc2" presStyleIdx="1" presStyleCnt="5">
        <dgm:presLayoutVars>
          <dgm:chPref val="3"/>
        </dgm:presLayoutVars>
      </dgm:prSet>
      <dgm:spPr/>
    </dgm:pt>
    <dgm:pt modelId="{272B3CEE-DE15-47BA-B098-D99DF5F09A76}" type="pres">
      <dgm:prSet presAssocID="{6CF7D4B9-7951-445A-8285-3BDFFD74EFC2}" presName="hierChild3" presStyleCnt="0"/>
      <dgm:spPr/>
    </dgm:pt>
    <dgm:pt modelId="{09F51025-4ABB-4E73-B160-FF4CE498B4BA}" type="pres">
      <dgm:prSet presAssocID="{BEB86BEB-952D-48CA-9661-2BE92C0B7576}" presName="Name10" presStyleLbl="parChTrans1D2" presStyleIdx="2" presStyleCnt="5"/>
      <dgm:spPr/>
    </dgm:pt>
    <dgm:pt modelId="{8FC8C4EE-4019-4E9B-9F11-2AF650F85926}" type="pres">
      <dgm:prSet presAssocID="{518438A9-6B59-48C8-A7EA-7E4738E5E5EC}" presName="hierRoot2" presStyleCnt="0"/>
      <dgm:spPr/>
    </dgm:pt>
    <dgm:pt modelId="{38F834EF-235A-4D5D-9C1E-004164B1015B}" type="pres">
      <dgm:prSet presAssocID="{518438A9-6B59-48C8-A7EA-7E4738E5E5EC}" presName="composite2" presStyleCnt="0"/>
      <dgm:spPr/>
    </dgm:pt>
    <dgm:pt modelId="{DF5303FC-D0D1-4E80-9C06-36C24FB32AFA}" type="pres">
      <dgm:prSet presAssocID="{518438A9-6B59-48C8-A7EA-7E4738E5E5EC}" presName="background2" presStyleLbl="node2" presStyleIdx="2" presStyleCnt="5"/>
      <dgm:spPr/>
    </dgm:pt>
    <dgm:pt modelId="{C8480CD3-26CF-49E6-B69C-A2E91C778482}" type="pres">
      <dgm:prSet presAssocID="{518438A9-6B59-48C8-A7EA-7E4738E5E5EC}" presName="text2" presStyleLbl="fgAcc2" presStyleIdx="2" presStyleCnt="5">
        <dgm:presLayoutVars>
          <dgm:chPref val="3"/>
        </dgm:presLayoutVars>
      </dgm:prSet>
      <dgm:spPr/>
    </dgm:pt>
    <dgm:pt modelId="{54DCFCFC-0ABF-4837-BF4C-0D066AC4A2F4}" type="pres">
      <dgm:prSet presAssocID="{518438A9-6B59-48C8-A7EA-7E4738E5E5EC}" presName="hierChild3" presStyleCnt="0"/>
      <dgm:spPr/>
    </dgm:pt>
    <dgm:pt modelId="{C3F35C4A-4A6D-401F-87C7-CCBDFEAB2145}" type="pres">
      <dgm:prSet presAssocID="{50AF91F8-E779-4BD9-8837-7B0308896925}" presName="Name10" presStyleLbl="parChTrans1D2" presStyleIdx="3" presStyleCnt="5"/>
      <dgm:spPr/>
    </dgm:pt>
    <dgm:pt modelId="{BC464DD7-7173-4FE0-BB20-FA2BA7D30602}" type="pres">
      <dgm:prSet presAssocID="{FFE0CE90-FF1D-461E-A69A-8B6C54F77699}" presName="hierRoot2" presStyleCnt="0"/>
      <dgm:spPr/>
    </dgm:pt>
    <dgm:pt modelId="{1EA74BA5-4BF0-426E-8184-CBEEA64BB158}" type="pres">
      <dgm:prSet presAssocID="{FFE0CE90-FF1D-461E-A69A-8B6C54F77699}" presName="composite2" presStyleCnt="0"/>
      <dgm:spPr/>
    </dgm:pt>
    <dgm:pt modelId="{E15DC09A-E5AD-4AF7-94D3-D43F6081ADFD}" type="pres">
      <dgm:prSet presAssocID="{FFE0CE90-FF1D-461E-A69A-8B6C54F77699}" presName="background2" presStyleLbl="node2" presStyleIdx="3" presStyleCnt="5"/>
      <dgm:spPr/>
    </dgm:pt>
    <dgm:pt modelId="{60992A28-005F-4817-8AF8-DE8F55D633F5}" type="pres">
      <dgm:prSet presAssocID="{FFE0CE90-FF1D-461E-A69A-8B6C54F77699}" presName="text2" presStyleLbl="fgAcc2" presStyleIdx="3" presStyleCnt="5">
        <dgm:presLayoutVars>
          <dgm:chPref val="3"/>
        </dgm:presLayoutVars>
      </dgm:prSet>
      <dgm:spPr/>
    </dgm:pt>
    <dgm:pt modelId="{7D77C9E6-55C3-42DF-A320-1B0408DCEA36}" type="pres">
      <dgm:prSet presAssocID="{FFE0CE90-FF1D-461E-A69A-8B6C54F77699}" presName="hierChild3" presStyleCnt="0"/>
      <dgm:spPr/>
    </dgm:pt>
    <dgm:pt modelId="{9E723449-729C-4C61-9BE0-48C74A5E2DE3}" type="pres">
      <dgm:prSet presAssocID="{8632CA90-E597-4997-9694-9B0D1B3E83F9}" presName="Name10" presStyleLbl="parChTrans1D2" presStyleIdx="4" presStyleCnt="5"/>
      <dgm:spPr/>
    </dgm:pt>
    <dgm:pt modelId="{48340A42-E966-4B8D-920D-D9513833DBD5}" type="pres">
      <dgm:prSet presAssocID="{1C89FC70-2D18-4A3B-BB4D-4FDE7C43EF08}" presName="hierRoot2" presStyleCnt="0"/>
      <dgm:spPr/>
    </dgm:pt>
    <dgm:pt modelId="{5D664F90-66DB-4712-8E99-4E9EED871D4D}" type="pres">
      <dgm:prSet presAssocID="{1C89FC70-2D18-4A3B-BB4D-4FDE7C43EF08}" presName="composite2" presStyleCnt="0"/>
      <dgm:spPr/>
    </dgm:pt>
    <dgm:pt modelId="{956268D0-0056-41F6-BA9D-F364A463C65D}" type="pres">
      <dgm:prSet presAssocID="{1C89FC70-2D18-4A3B-BB4D-4FDE7C43EF08}" presName="background2" presStyleLbl="node2" presStyleIdx="4" presStyleCnt="5"/>
      <dgm:spPr/>
    </dgm:pt>
    <dgm:pt modelId="{D95029BA-40F0-411D-A5EF-C0B370A540C5}" type="pres">
      <dgm:prSet presAssocID="{1C89FC70-2D18-4A3B-BB4D-4FDE7C43EF08}" presName="text2" presStyleLbl="fgAcc2" presStyleIdx="4" presStyleCnt="5">
        <dgm:presLayoutVars>
          <dgm:chPref val="3"/>
        </dgm:presLayoutVars>
      </dgm:prSet>
      <dgm:spPr/>
    </dgm:pt>
    <dgm:pt modelId="{0A7AF264-6DB6-459E-BB98-234EDD669377}" type="pres">
      <dgm:prSet presAssocID="{1C89FC70-2D18-4A3B-BB4D-4FDE7C43EF08}" presName="hierChild3" presStyleCnt="0"/>
      <dgm:spPr/>
    </dgm:pt>
  </dgm:ptLst>
  <dgm:cxnLst>
    <dgm:cxn modelId="{86C69A10-A2BE-4C46-9A40-BC1BCF9636FE}" type="presOf" srcId="{BEB86BEB-952D-48CA-9661-2BE92C0B7576}" destId="{09F51025-4ABB-4E73-B160-FF4CE498B4BA}" srcOrd="0" destOrd="0" presId="urn:microsoft.com/office/officeart/2005/8/layout/hierarchy1"/>
    <dgm:cxn modelId="{F052B024-0756-40EC-8271-F5B0D86149D0}" type="presOf" srcId="{FFE0CE90-FF1D-461E-A69A-8B6C54F77699}" destId="{60992A28-005F-4817-8AF8-DE8F55D633F5}" srcOrd="0" destOrd="0" presId="urn:microsoft.com/office/officeart/2005/8/layout/hierarchy1"/>
    <dgm:cxn modelId="{AC3A6641-191A-4A91-90F6-23F26059E96A}" type="presOf" srcId="{50AF91F8-E779-4BD9-8837-7B0308896925}" destId="{C3F35C4A-4A6D-401F-87C7-CCBDFEAB2145}" srcOrd="0" destOrd="0" presId="urn:microsoft.com/office/officeart/2005/8/layout/hierarchy1"/>
    <dgm:cxn modelId="{5E26BE69-4ED9-4995-8E58-1948C31A260B}" type="presOf" srcId="{695831AC-5AEA-4408-A67C-4383B42785A1}" destId="{757AEAD2-2A91-4628-BEC7-AC6B2191B3C9}" srcOrd="0" destOrd="0" presId="urn:microsoft.com/office/officeart/2005/8/layout/hierarchy1"/>
    <dgm:cxn modelId="{4C84526E-ECDD-45AD-83AC-0164221A9FA2}" type="presOf" srcId="{2E727DAB-7F98-43F4-9B93-03AD50745944}" destId="{7E59E620-AA20-4C51-A7DA-D29452759AD3}" srcOrd="0" destOrd="0" presId="urn:microsoft.com/office/officeart/2005/8/layout/hierarchy1"/>
    <dgm:cxn modelId="{F3EE5C50-5A5F-4C37-A479-D7282347A80D}" type="presOf" srcId="{518438A9-6B59-48C8-A7EA-7E4738E5E5EC}" destId="{C8480CD3-26CF-49E6-B69C-A2E91C778482}" srcOrd="0" destOrd="0" presId="urn:microsoft.com/office/officeart/2005/8/layout/hierarchy1"/>
    <dgm:cxn modelId="{5C6A6553-1750-4BB9-8D63-8B1EC04BAD5A}" srcId="{2E727DAB-7F98-43F4-9B93-03AD50745944}" destId="{54B9ABFE-769D-4DEC-AAA3-FED2D9D1DDCB}" srcOrd="0" destOrd="0" parTransId="{D3884B42-9B2D-438C-9110-F83F53454A66}" sibTransId="{5D7AF33A-A96D-4B88-B4EF-A00A2CDB81BA}"/>
    <dgm:cxn modelId="{4FECC875-D116-4F57-B8E6-1ABE34686385}" type="presOf" srcId="{E89F99A0-BFCF-4FE9-A356-BF4430D28AA0}" destId="{D916EA7E-A02B-4CFD-91C4-65EDF4F57A94}" srcOrd="0" destOrd="0" presId="urn:microsoft.com/office/officeart/2005/8/layout/hierarchy1"/>
    <dgm:cxn modelId="{6A2D6A90-C53B-461F-9234-626AFC4DEFD2}" srcId="{54B9ABFE-769D-4DEC-AAA3-FED2D9D1DDCB}" destId="{518438A9-6B59-48C8-A7EA-7E4738E5E5EC}" srcOrd="2" destOrd="0" parTransId="{BEB86BEB-952D-48CA-9661-2BE92C0B7576}" sibTransId="{43414E7E-D023-4FCA-8F98-D18F50ACB615}"/>
    <dgm:cxn modelId="{67535499-679E-4D4C-8A27-60F39850D83B}" srcId="{54B9ABFE-769D-4DEC-AAA3-FED2D9D1DDCB}" destId="{1C89FC70-2D18-4A3B-BB4D-4FDE7C43EF08}" srcOrd="4" destOrd="0" parTransId="{8632CA90-E597-4997-9694-9B0D1B3E83F9}" sibTransId="{4F8D566E-84CB-4147-9A49-308F720587FC}"/>
    <dgm:cxn modelId="{F6E66BA1-ADDC-41CA-B3E3-D0D7C3686B74}" type="presOf" srcId="{6CF7D4B9-7951-445A-8285-3BDFFD74EFC2}" destId="{D864FA28-772C-4B91-AA89-820785FCB63E}" srcOrd="0" destOrd="0" presId="urn:microsoft.com/office/officeart/2005/8/layout/hierarchy1"/>
    <dgm:cxn modelId="{120467B1-96F7-409C-A4B5-3A4FF10D99EE}" srcId="{54B9ABFE-769D-4DEC-AAA3-FED2D9D1DDCB}" destId="{FFE0CE90-FF1D-461E-A69A-8B6C54F77699}" srcOrd="3" destOrd="0" parTransId="{50AF91F8-E779-4BD9-8837-7B0308896925}" sibTransId="{8585B2D4-40DF-4255-9A8A-D5EBB40490F9}"/>
    <dgm:cxn modelId="{0B8E87BC-7A40-4C80-909E-F27929A0B3DC}" srcId="{54B9ABFE-769D-4DEC-AAA3-FED2D9D1DDCB}" destId="{6CF7D4B9-7951-445A-8285-3BDFFD74EFC2}" srcOrd="1" destOrd="0" parTransId="{B8D5C56D-F979-4CD5-943E-BFF9032004EE}" sibTransId="{2CBC9202-2049-47FA-8C6A-BA85217D6692}"/>
    <dgm:cxn modelId="{101711D2-2036-46D9-A286-CB08DB0179E1}" type="presOf" srcId="{B8D5C56D-F979-4CD5-943E-BFF9032004EE}" destId="{4254407C-A79C-456E-A7A7-C72708531AD0}" srcOrd="0" destOrd="0" presId="urn:microsoft.com/office/officeart/2005/8/layout/hierarchy1"/>
    <dgm:cxn modelId="{6E1673DD-F447-43E9-8131-1610E56FC299}" type="presOf" srcId="{1C89FC70-2D18-4A3B-BB4D-4FDE7C43EF08}" destId="{D95029BA-40F0-411D-A5EF-C0B370A540C5}" srcOrd="0" destOrd="0" presId="urn:microsoft.com/office/officeart/2005/8/layout/hierarchy1"/>
    <dgm:cxn modelId="{38B9FDED-FF8A-437B-A6C1-872404E2FDFC}" type="presOf" srcId="{8632CA90-E597-4997-9694-9B0D1B3E83F9}" destId="{9E723449-729C-4C61-9BE0-48C74A5E2DE3}" srcOrd="0" destOrd="0" presId="urn:microsoft.com/office/officeart/2005/8/layout/hierarchy1"/>
    <dgm:cxn modelId="{A92913F6-B066-4A4A-9098-608332D315BC}" type="presOf" srcId="{54B9ABFE-769D-4DEC-AAA3-FED2D9D1DDCB}" destId="{F86DEA75-52D5-4826-B2E4-6C376239F7B0}" srcOrd="0" destOrd="0" presId="urn:microsoft.com/office/officeart/2005/8/layout/hierarchy1"/>
    <dgm:cxn modelId="{D95722FA-A12A-48FF-8108-2C632721AF12}" srcId="{54B9ABFE-769D-4DEC-AAA3-FED2D9D1DDCB}" destId="{695831AC-5AEA-4408-A67C-4383B42785A1}" srcOrd="0" destOrd="0" parTransId="{E89F99A0-BFCF-4FE9-A356-BF4430D28AA0}" sibTransId="{A5A9E944-47A6-4919-82B1-D727B3A57B5E}"/>
    <dgm:cxn modelId="{B9AF8170-E6EA-4ABA-BA01-F4F9D00D9AF0}" type="presParOf" srcId="{7E59E620-AA20-4C51-A7DA-D29452759AD3}" destId="{A0C77373-B775-4A50-AB75-513F2A1425E9}" srcOrd="0" destOrd="0" presId="urn:microsoft.com/office/officeart/2005/8/layout/hierarchy1"/>
    <dgm:cxn modelId="{DCBA0F32-4AA6-40D8-85A1-26C374919DD0}" type="presParOf" srcId="{A0C77373-B775-4A50-AB75-513F2A1425E9}" destId="{56F4BE27-DACB-4D94-887A-F33F7274BE9A}" srcOrd="0" destOrd="0" presId="urn:microsoft.com/office/officeart/2005/8/layout/hierarchy1"/>
    <dgm:cxn modelId="{1277EE3E-D73F-4E5B-8970-F1C9F116AC4B}" type="presParOf" srcId="{56F4BE27-DACB-4D94-887A-F33F7274BE9A}" destId="{7E322AE8-04F5-4C88-9637-245DC44A15DF}" srcOrd="0" destOrd="0" presId="urn:microsoft.com/office/officeart/2005/8/layout/hierarchy1"/>
    <dgm:cxn modelId="{12198FBA-99D8-4A1D-9B33-81E39AB67EEB}" type="presParOf" srcId="{56F4BE27-DACB-4D94-887A-F33F7274BE9A}" destId="{F86DEA75-52D5-4826-B2E4-6C376239F7B0}" srcOrd="1" destOrd="0" presId="urn:microsoft.com/office/officeart/2005/8/layout/hierarchy1"/>
    <dgm:cxn modelId="{9F95CA06-3B6F-4078-8C1C-7E916047755E}" type="presParOf" srcId="{A0C77373-B775-4A50-AB75-513F2A1425E9}" destId="{BA55A637-CE16-4E14-BE1C-66FAB2705333}" srcOrd="1" destOrd="0" presId="urn:microsoft.com/office/officeart/2005/8/layout/hierarchy1"/>
    <dgm:cxn modelId="{E0B11C0B-05DF-4B5D-BB03-5DEB8456652A}" type="presParOf" srcId="{BA55A637-CE16-4E14-BE1C-66FAB2705333}" destId="{D916EA7E-A02B-4CFD-91C4-65EDF4F57A94}" srcOrd="0" destOrd="0" presId="urn:microsoft.com/office/officeart/2005/8/layout/hierarchy1"/>
    <dgm:cxn modelId="{EC2BB994-BC16-4C89-9EDA-2700823F1166}" type="presParOf" srcId="{BA55A637-CE16-4E14-BE1C-66FAB2705333}" destId="{DA72503D-D162-4A70-A0A3-9A5CD6359246}" srcOrd="1" destOrd="0" presId="urn:microsoft.com/office/officeart/2005/8/layout/hierarchy1"/>
    <dgm:cxn modelId="{FAE91FB7-3022-45BB-9436-FF97CA646B86}" type="presParOf" srcId="{DA72503D-D162-4A70-A0A3-9A5CD6359246}" destId="{83F8F3C3-91F3-4E8F-B671-EF34ADE4F465}" srcOrd="0" destOrd="0" presId="urn:microsoft.com/office/officeart/2005/8/layout/hierarchy1"/>
    <dgm:cxn modelId="{12B99AAA-4F63-40D8-A2FE-E622B52D24B6}" type="presParOf" srcId="{83F8F3C3-91F3-4E8F-B671-EF34ADE4F465}" destId="{91DB657A-9AC1-450B-B0E4-5091EB04BF3C}" srcOrd="0" destOrd="0" presId="urn:microsoft.com/office/officeart/2005/8/layout/hierarchy1"/>
    <dgm:cxn modelId="{69C8D494-568F-4B05-9EFF-05F143A440FD}" type="presParOf" srcId="{83F8F3C3-91F3-4E8F-B671-EF34ADE4F465}" destId="{757AEAD2-2A91-4628-BEC7-AC6B2191B3C9}" srcOrd="1" destOrd="0" presId="urn:microsoft.com/office/officeart/2005/8/layout/hierarchy1"/>
    <dgm:cxn modelId="{FA83C1E0-CB6A-45F3-B259-8940CD74708F}" type="presParOf" srcId="{DA72503D-D162-4A70-A0A3-9A5CD6359246}" destId="{6610EA18-5FBC-4009-B5E5-FEDB2D09653D}" srcOrd="1" destOrd="0" presId="urn:microsoft.com/office/officeart/2005/8/layout/hierarchy1"/>
    <dgm:cxn modelId="{64B53C5B-70DB-471D-8A91-3A455B7ED810}" type="presParOf" srcId="{BA55A637-CE16-4E14-BE1C-66FAB2705333}" destId="{4254407C-A79C-456E-A7A7-C72708531AD0}" srcOrd="2" destOrd="0" presId="urn:microsoft.com/office/officeart/2005/8/layout/hierarchy1"/>
    <dgm:cxn modelId="{96954E8A-D58F-44DF-B500-830F994EB0E1}" type="presParOf" srcId="{BA55A637-CE16-4E14-BE1C-66FAB2705333}" destId="{FEFFF443-FC20-4B5B-978B-12EFC6973483}" srcOrd="3" destOrd="0" presId="urn:microsoft.com/office/officeart/2005/8/layout/hierarchy1"/>
    <dgm:cxn modelId="{3E3C6AA1-DB6E-4B0D-859B-12F7DA71A8A0}" type="presParOf" srcId="{FEFFF443-FC20-4B5B-978B-12EFC6973483}" destId="{CCFC4802-27B2-40BE-BFEE-87EFEB86936C}" srcOrd="0" destOrd="0" presId="urn:microsoft.com/office/officeart/2005/8/layout/hierarchy1"/>
    <dgm:cxn modelId="{73F5D893-D58E-4934-80B5-1A31D9EF4710}" type="presParOf" srcId="{CCFC4802-27B2-40BE-BFEE-87EFEB86936C}" destId="{F355B7CF-9BCB-4CEE-AD9D-84285DE264A5}" srcOrd="0" destOrd="0" presId="urn:microsoft.com/office/officeart/2005/8/layout/hierarchy1"/>
    <dgm:cxn modelId="{4A19EB48-9A33-4CD8-A952-2A7271B4903C}" type="presParOf" srcId="{CCFC4802-27B2-40BE-BFEE-87EFEB86936C}" destId="{D864FA28-772C-4B91-AA89-820785FCB63E}" srcOrd="1" destOrd="0" presId="urn:microsoft.com/office/officeart/2005/8/layout/hierarchy1"/>
    <dgm:cxn modelId="{DCE92379-352C-4039-895F-176BD2D94C4D}" type="presParOf" srcId="{FEFFF443-FC20-4B5B-978B-12EFC6973483}" destId="{272B3CEE-DE15-47BA-B098-D99DF5F09A76}" srcOrd="1" destOrd="0" presId="urn:microsoft.com/office/officeart/2005/8/layout/hierarchy1"/>
    <dgm:cxn modelId="{D777CC0E-F487-437F-909E-21FF340362F2}" type="presParOf" srcId="{BA55A637-CE16-4E14-BE1C-66FAB2705333}" destId="{09F51025-4ABB-4E73-B160-FF4CE498B4BA}" srcOrd="4" destOrd="0" presId="urn:microsoft.com/office/officeart/2005/8/layout/hierarchy1"/>
    <dgm:cxn modelId="{E08A99B6-7669-4121-91C9-582B284EE208}" type="presParOf" srcId="{BA55A637-CE16-4E14-BE1C-66FAB2705333}" destId="{8FC8C4EE-4019-4E9B-9F11-2AF650F85926}" srcOrd="5" destOrd="0" presId="urn:microsoft.com/office/officeart/2005/8/layout/hierarchy1"/>
    <dgm:cxn modelId="{B162D790-D5D3-4EF4-B556-3113D42A80C8}" type="presParOf" srcId="{8FC8C4EE-4019-4E9B-9F11-2AF650F85926}" destId="{38F834EF-235A-4D5D-9C1E-004164B1015B}" srcOrd="0" destOrd="0" presId="urn:microsoft.com/office/officeart/2005/8/layout/hierarchy1"/>
    <dgm:cxn modelId="{E565BC42-B5DC-43D9-A1A9-75177C3F44C8}" type="presParOf" srcId="{38F834EF-235A-4D5D-9C1E-004164B1015B}" destId="{DF5303FC-D0D1-4E80-9C06-36C24FB32AFA}" srcOrd="0" destOrd="0" presId="urn:microsoft.com/office/officeart/2005/8/layout/hierarchy1"/>
    <dgm:cxn modelId="{316F2FC7-59C4-45A4-B91C-F05B5095DF5B}" type="presParOf" srcId="{38F834EF-235A-4D5D-9C1E-004164B1015B}" destId="{C8480CD3-26CF-49E6-B69C-A2E91C778482}" srcOrd="1" destOrd="0" presId="urn:microsoft.com/office/officeart/2005/8/layout/hierarchy1"/>
    <dgm:cxn modelId="{792FA66D-7A9A-4011-9D25-3085490B63EB}" type="presParOf" srcId="{8FC8C4EE-4019-4E9B-9F11-2AF650F85926}" destId="{54DCFCFC-0ABF-4837-BF4C-0D066AC4A2F4}" srcOrd="1" destOrd="0" presId="urn:microsoft.com/office/officeart/2005/8/layout/hierarchy1"/>
    <dgm:cxn modelId="{782F3E0A-264C-48FA-BCB6-36AFA14E4424}" type="presParOf" srcId="{BA55A637-CE16-4E14-BE1C-66FAB2705333}" destId="{C3F35C4A-4A6D-401F-87C7-CCBDFEAB2145}" srcOrd="6" destOrd="0" presId="urn:microsoft.com/office/officeart/2005/8/layout/hierarchy1"/>
    <dgm:cxn modelId="{7D862090-482B-4C88-AF7F-3E9CC822B43D}" type="presParOf" srcId="{BA55A637-CE16-4E14-BE1C-66FAB2705333}" destId="{BC464DD7-7173-4FE0-BB20-FA2BA7D30602}" srcOrd="7" destOrd="0" presId="urn:microsoft.com/office/officeart/2005/8/layout/hierarchy1"/>
    <dgm:cxn modelId="{B75C0337-3985-4EDA-BBBB-E1E41205BEA9}" type="presParOf" srcId="{BC464DD7-7173-4FE0-BB20-FA2BA7D30602}" destId="{1EA74BA5-4BF0-426E-8184-CBEEA64BB158}" srcOrd="0" destOrd="0" presId="urn:microsoft.com/office/officeart/2005/8/layout/hierarchy1"/>
    <dgm:cxn modelId="{1452E02A-4046-4675-B942-76404D02E5AE}" type="presParOf" srcId="{1EA74BA5-4BF0-426E-8184-CBEEA64BB158}" destId="{E15DC09A-E5AD-4AF7-94D3-D43F6081ADFD}" srcOrd="0" destOrd="0" presId="urn:microsoft.com/office/officeart/2005/8/layout/hierarchy1"/>
    <dgm:cxn modelId="{1A9997BF-58E4-4CAB-A61E-2DB3C0A408BE}" type="presParOf" srcId="{1EA74BA5-4BF0-426E-8184-CBEEA64BB158}" destId="{60992A28-005F-4817-8AF8-DE8F55D633F5}" srcOrd="1" destOrd="0" presId="urn:microsoft.com/office/officeart/2005/8/layout/hierarchy1"/>
    <dgm:cxn modelId="{F56A56F7-3E53-49FD-8036-F3D0355C327A}" type="presParOf" srcId="{BC464DD7-7173-4FE0-BB20-FA2BA7D30602}" destId="{7D77C9E6-55C3-42DF-A320-1B0408DCEA36}" srcOrd="1" destOrd="0" presId="urn:microsoft.com/office/officeart/2005/8/layout/hierarchy1"/>
    <dgm:cxn modelId="{D44DB772-B6D1-48A0-A965-C4B6F73445B4}" type="presParOf" srcId="{BA55A637-CE16-4E14-BE1C-66FAB2705333}" destId="{9E723449-729C-4C61-9BE0-48C74A5E2DE3}" srcOrd="8" destOrd="0" presId="urn:microsoft.com/office/officeart/2005/8/layout/hierarchy1"/>
    <dgm:cxn modelId="{D3940400-FF29-478B-BA68-84D66088C917}" type="presParOf" srcId="{BA55A637-CE16-4E14-BE1C-66FAB2705333}" destId="{48340A42-E966-4B8D-920D-D9513833DBD5}" srcOrd="9" destOrd="0" presId="urn:microsoft.com/office/officeart/2005/8/layout/hierarchy1"/>
    <dgm:cxn modelId="{77E1B56D-4078-4E4E-86C0-E3CA8307EC23}" type="presParOf" srcId="{48340A42-E966-4B8D-920D-D9513833DBD5}" destId="{5D664F90-66DB-4712-8E99-4E9EED871D4D}" srcOrd="0" destOrd="0" presId="urn:microsoft.com/office/officeart/2005/8/layout/hierarchy1"/>
    <dgm:cxn modelId="{CD3FB772-1D75-4292-AEE0-5B37FA4E7882}" type="presParOf" srcId="{5D664F90-66DB-4712-8E99-4E9EED871D4D}" destId="{956268D0-0056-41F6-BA9D-F364A463C65D}" srcOrd="0" destOrd="0" presId="urn:microsoft.com/office/officeart/2005/8/layout/hierarchy1"/>
    <dgm:cxn modelId="{9F87522F-6A35-4975-AA9D-E2D40D7F7F74}" type="presParOf" srcId="{5D664F90-66DB-4712-8E99-4E9EED871D4D}" destId="{D95029BA-40F0-411D-A5EF-C0B370A540C5}" srcOrd="1" destOrd="0" presId="urn:microsoft.com/office/officeart/2005/8/layout/hierarchy1"/>
    <dgm:cxn modelId="{CE746331-0AC0-4EDA-9334-EE1A7F9BFE8A}" type="presParOf" srcId="{48340A42-E966-4B8D-920D-D9513833DBD5}" destId="{0A7AF264-6DB6-459E-BB98-234EDD669377}" srcOrd="1" destOrd="0" presId="urn:microsoft.com/office/officeart/2005/8/layout/hierarchy1"/>
  </dgm:cxnLst>
  <dgm:bg>
    <a:noFill/>
  </dgm:bg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A6748B-B313-4754-97B6-611AE188AAE0}">
      <dsp:nvSpPr>
        <dsp:cNvPr id="0" name=""/>
        <dsp:cNvSpPr/>
      </dsp:nvSpPr>
      <dsp:spPr>
        <a:xfrm>
          <a:off x="2577606" y="876556"/>
          <a:ext cx="5862174" cy="5862174"/>
        </a:xfrm>
        <a:prstGeom prst="blockArc">
          <a:avLst>
            <a:gd name="adj1" fmla="val 11876930"/>
            <a:gd name="adj2" fmla="val 16191276"/>
            <a:gd name="adj3" fmla="val 464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1913E8-CC54-4A16-941B-7634F2A57963}">
      <dsp:nvSpPr>
        <dsp:cNvPr id="0" name=""/>
        <dsp:cNvSpPr/>
      </dsp:nvSpPr>
      <dsp:spPr>
        <a:xfrm>
          <a:off x="2576817" y="878988"/>
          <a:ext cx="5862174" cy="5862174"/>
        </a:xfrm>
        <a:prstGeom prst="blockArc">
          <a:avLst>
            <a:gd name="adj1" fmla="val 7560000"/>
            <a:gd name="adj2" fmla="val 11880000"/>
            <a:gd name="adj3" fmla="val 464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4EC9B5-B3DB-4BE5-91CA-A4EC3DE343E7}">
      <dsp:nvSpPr>
        <dsp:cNvPr id="0" name=""/>
        <dsp:cNvSpPr/>
      </dsp:nvSpPr>
      <dsp:spPr>
        <a:xfrm>
          <a:off x="2587302" y="886642"/>
          <a:ext cx="5862174" cy="5862174"/>
        </a:xfrm>
        <a:prstGeom prst="blockArc">
          <a:avLst>
            <a:gd name="adj1" fmla="val 3255543"/>
            <a:gd name="adj2" fmla="val 7575587"/>
            <a:gd name="adj3" fmla="val 464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055BD2-570E-49D4-9E9C-C534457676A4}">
      <dsp:nvSpPr>
        <dsp:cNvPr id="0" name=""/>
        <dsp:cNvSpPr/>
      </dsp:nvSpPr>
      <dsp:spPr>
        <a:xfrm>
          <a:off x="2580848" y="891300"/>
          <a:ext cx="5862174" cy="5862174"/>
        </a:xfrm>
        <a:prstGeom prst="blockArc">
          <a:avLst>
            <a:gd name="adj1" fmla="val 20504444"/>
            <a:gd name="adj2" fmla="val 3245986"/>
            <a:gd name="adj3" fmla="val 464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2F661E-970B-454A-9AC8-450D44C7FC14}">
      <dsp:nvSpPr>
        <dsp:cNvPr id="0" name=""/>
        <dsp:cNvSpPr/>
      </dsp:nvSpPr>
      <dsp:spPr>
        <a:xfrm>
          <a:off x="2576029" y="876560"/>
          <a:ext cx="5862174" cy="5862174"/>
        </a:xfrm>
        <a:prstGeom prst="blockArc">
          <a:avLst>
            <a:gd name="adj1" fmla="val 16193169"/>
            <a:gd name="adj2" fmla="val 20523065"/>
            <a:gd name="adj3" fmla="val 464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3BF996-493A-49B0-BBEB-E35EFBACACEA}">
      <dsp:nvSpPr>
        <dsp:cNvPr id="0" name=""/>
        <dsp:cNvSpPr/>
      </dsp:nvSpPr>
      <dsp:spPr>
        <a:xfrm>
          <a:off x="4158511" y="2472135"/>
          <a:ext cx="2698786" cy="2698786"/>
        </a:xfrm>
        <a:prstGeom prst="ellipse">
          <a:avLst/>
        </a:prstGeom>
        <a:solidFill>
          <a:srgbClr val="ECE1D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114300">
            <a:prstClr val="black"/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>
              <a:solidFill>
                <a:srgbClr val="0070C0"/>
              </a:solidFill>
              <a:latin typeface="Bodoni MT" panose="02070603080606020203" pitchFamily="18" charset="0"/>
            </a:rPr>
            <a:t>This project uses 5 tables</a:t>
          </a:r>
        </a:p>
      </dsp:txBody>
      <dsp:txXfrm>
        <a:off x="4553739" y="2867363"/>
        <a:ext cx="1908330" cy="1908330"/>
      </dsp:txXfrm>
    </dsp:sp>
    <dsp:sp modelId="{FE943161-0AB1-423B-8F79-3E7F65AF0385}">
      <dsp:nvSpPr>
        <dsp:cNvPr id="0" name=""/>
        <dsp:cNvSpPr/>
      </dsp:nvSpPr>
      <dsp:spPr>
        <a:xfrm>
          <a:off x="4288243" y="0"/>
          <a:ext cx="2426367" cy="1889150"/>
        </a:xfrm>
        <a:prstGeom prst="ellipse">
          <a:avLst/>
        </a:prstGeom>
        <a:solidFill>
          <a:srgbClr val="ECE1D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 dir="189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>
              <a:solidFill>
                <a:srgbClr val="0070C0"/>
              </a:solidFill>
              <a:latin typeface="Bodoni MT" panose="02070603080606020203" pitchFamily="18" charset="0"/>
            </a:rPr>
            <a:t>Employees</a:t>
          </a:r>
          <a:endParaRPr lang="ar-EG" sz="2800" b="1" kern="1200">
            <a:solidFill>
              <a:srgbClr val="0070C0"/>
            </a:solidFill>
            <a:latin typeface="Bodoni MT" panose="02070603080606020203" pitchFamily="18" charset="0"/>
          </a:endParaRP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>
              <a:solidFill>
                <a:srgbClr val="0070C0"/>
              </a:solidFill>
              <a:latin typeface="Bodoni MT" panose="02070603080606020203" pitchFamily="18" charset="0"/>
            </a:rPr>
            <a:t>1470</a:t>
          </a:r>
        </a:p>
      </dsp:txBody>
      <dsp:txXfrm>
        <a:off x="4643576" y="276660"/>
        <a:ext cx="1715701" cy="1335830"/>
      </dsp:txXfrm>
    </dsp:sp>
    <dsp:sp modelId="{D96E35C8-8EC7-43F6-8005-1D3F9BB5C8E9}">
      <dsp:nvSpPr>
        <dsp:cNvPr id="0" name=""/>
        <dsp:cNvSpPr/>
      </dsp:nvSpPr>
      <dsp:spPr>
        <a:xfrm>
          <a:off x="6897349" y="1980760"/>
          <a:ext cx="2667007" cy="1889150"/>
        </a:xfrm>
        <a:prstGeom prst="ellipse">
          <a:avLst/>
        </a:prstGeom>
        <a:solidFill>
          <a:srgbClr val="ECE1D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>
              <a:solidFill>
                <a:srgbClr val="0070C0"/>
              </a:solidFill>
              <a:latin typeface="Bodoni MT" panose="02070603080606020203" pitchFamily="18" charset="0"/>
            </a:rPr>
            <a:t>Education Level</a:t>
          </a:r>
        </a:p>
      </dsp:txBody>
      <dsp:txXfrm>
        <a:off x="7287923" y="2257420"/>
        <a:ext cx="1885859" cy="1335830"/>
      </dsp:txXfrm>
    </dsp:sp>
    <dsp:sp modelId="{7A290B64-4293-4C7C-9076-366CF74E7F6C}">
      <dsp:nvSpPr>
        <dsp:cNvPr id="0" name=""/>
        <dsp:cNvSpPr/>
      </dsp:nvSpPr>
      <dsp:spPr>
        <a:xfrm>
          <a:off x="5693528" y="5197018"/>
          <a:ext cx="2994492" cy="1889150"/>
        </a:xfrm>
        <a:prstGeom prst="ellipse">
          <a:avLst/>
        </a:prstGeom>
        <a:solidFill>
          <a:srgbClr val="ECE1D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>
              <a:solidFill>
                <a:srgbClr val="0070C0"/>
              </a:solidFill>
              <a:latin typeface="Bodoni MT" panose="02070603080606020203" pitchFamily="18" charset="0"/>
            </a:rPr>
            <a:t>Satisfaction Level</a:t>
          </a:r>
        </a:p>
      </dsp:txBody>
      <dsp:txXfrm>
        <a:off x="6132061" y="5473678"/>
        <a:ext cx="2117426" cy="1335830"/>
      </dsp:txXfrm>
    </dsp:sp>
    <dsp:sp modelId="{61E3911F-50CF-47EC-970B-2159CF1A872A}">
      <dsp:nvSpPr>
        <dsp:cNvPr id="0" name=""/>
        <dsp:cNvSpPr/>
      </dsp:nvSpPr>
      <dsp:spPr>
        <a:xfrm>
          <a:off x="2545120" y="5181779"/>
          <a:ext cx="2559817" cy="1889150"/>
        </a:xfrm>
        <a:prstGeom prst="ellipse">
          <a:avLst/>
        </a:prstGeom>
        <a:solidFill>
          <a:srgbClr val="ECE1D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>
              <a:solidFill>
                <a:srgbClr val="0070C0"/>
              </a:solidFill>
              <a:latin typeface="Bodoni MT" panose="02070603080606020203" pitchFamily="18" charset="0"/>
            </a:rPr>
            <a:t>Rating Level</a:t>
          </a:r>
        </a:p>
      </dsp:txBody>
      <dsp:txXfrm>
        <a:off x="2919997" y="5458439"/>
        <a:ext cx="1810063" cy="1335830"/>
      </dsp:txXfrm>
    </dsp:sp>
    <dsp:sp modelId="{8D4C8D0A-76DD-4826-89C7-E6177F40A96E}">
      <dsp:nvSpPr>
        <dsp:cNvPr id="0" name=""/>
        <dsp:cNvSpPr/>
      </dsp:nvSpPr>
      <dsp:spPr>
        <a:xfrm>
          <a:off x="1434874" y="1980760"/>
          <a:ext cx="2700162" cy="1889150"/>
        </a:xfrm>
        <a:prstGeom prst="ellipse">
          <a:avLst/>
        </a:prstGeom>
        <a:solidFill>
          <a:srgbClr val="ECE1D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 dir="189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>
              <a:solidFill>
                <a:srgbClr val="0070C0"/>
              </a:solidFill>
              <a:latin typeface="Bodoni MT" panose="02070603080606020203" pitchFamily="18" charset="0"/>
            </a:rPr>
            <a:t>Performance</a:t>
          </a:r>
        </a:p>
      </dsp:txBody>
      <dsp:txXfrm>
        <a:off x="1830304" y="2257420"/>
        <a:ext cx="1909302" cy="13358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78049F-382E-4F94-BFB6-EA02B26B9914}">
      <dsp:nvSpPr>
        <dsp:cNvPr id="0" name=""/>
        <dsp:cNvSpPr/>
      </dsp:nvSpPr>
      <dsp:spPr>
        <a:xfrm>
          <a:off x="8922441" y="-21575"/>
          <a:ext cx="2903209" cy="13999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Bookman Old Style"/>
              <a:ea typeface="Calibri"/>
              <a:cs typeface="Calibri"/>
            </a:rPr>
            <a:t>Employee Demographic</a:t>
          </a:r>
        </a:p>
      </dsp:txBody>
      <dsp:txXfrm>
        <a:off x="8990782" y="46766"/>
        <a:ext cx="2766527" cy="1263285"/>
      </dsp:txXfrm>
    </dsp:sp>
    <dsp:sp modelId="{4672BA0B-6328-4C88-9B50-FA5DE0F918EA}">
      <dsp:nvSpPr>
        <dsp:cNvPr id="0" name=""/>
        <dsp:cNvSpPr/>
      </dsp:nvSpPr>
      <dsp:spPr>
        <a:xfrm>
          <a:off x="7146439" y="578294"/>
          <a:ext cx="6111552" cy="6111552"/>
        </a:xfrm>
        <a:custGeom>
          <a:avLst/>
          <a:gdLst/>
          <a:ahLst/>
          <a:cxnLst/>
          <a:rect l="0" t="0" r="0" b="0"/>
          <a:pathLst>
            <a:path>
              <a:moveTo>
                <a:pt x="4687315" y="472009"/>
              </a:moveTo>
              <a:arcTo wR="3055776" hR="3055776" stAng="18136241" swAng="1060088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3DD61D-E97A-42BF-B833-E78AD6448E32}">
      <dsp:nvSpPr>
        <dsp:cNvPr id="0" name=""/>
        <dsp:cNvSpPr/>
      </dsp:nvSpPr>
      <dsp:spPr>
        <a:xfrm>
          <a:off x="11813856" y="1674694"/>
          <a:ext cx="2556646" cy="16085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1" kern="1200">
              <a:latin typeface="Bookman Old Style"/>
              <a:ea typeface="Calibri"/>
              <a:cs typeface="Calibri"/>
            </a:rPr>
            <a:t>Attrition</a:t>
          </a:r>
          <a:r>
            <a:rPr lang="en-US" sz="2800" b="0" kern="1200">
              <a:latin typeface="Bookman Old Style"/>
              <a:ea typeface="Calibri"/>
              <a:cs typeface="Calibri"/>
            </a:rPr>
            <a:t> Analysis</a:t>
          </a:r>
          <a:endParaRPr lang="ar-SA" sz="2800" b="0" kern="1200">
            <a:latin typeface="Bookman Old Style"/>
          </a:endParaRPr>
        </a:p>
      </dsp:txBody>
      <dsp:txXfrm>
        <a:off x="11892380" y="1753218"/>
        <a:ext cx="2399598" cy="1451521"/>
      </dsp:txXfrm>
    </dsp:sp>
    <dsp:sp modelId="{5498EADB-B9B2-420D-AC68-F5505A9F4F37}">
      <dsp:nvSpPr>
        <dsp:cNvPr id="0" name=""/>
        <dsp:cNvSpPr/>
      </dsp:nvSpPr>
      <dsp:spPr>
        <a:xfrm>
          <a:off x="7280712" y="822111"/>
          <a:ext cx="6111552" cy="6111552"/>
        </a:xfrm>
        <a:custGeom>
          <a:avLst/>
          <a:gdLst/>
          <a:ahLst/>
          <a:cxnLst/>
          <a:rect l="0" t="0" r="0" b="0"/>
          <a:pathLst>
            <a:path>
              <a:moveTo>
                <a:pt x="6055634" y="2473864"/>
              </a:moveTo>
              <a:arcTo wR="3055776" hR="3055776" stAng="20941327" swAng="1439354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87B52E-59BD-4994-8AF1-A1080409D612}">
      <dsp:nvSpPr>
        <dsp:cNvPr id="0" name=""/>
        <dsp:cNvSpPr/>
      </dsp:nvSpPr>
      <dsp:spPr>
        <a:xfrm>
          <a:off x="11727448" y="4578493"/>
          <a:ext cx="2585957" cy="13671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>
              <a:latin typeface="Bookman Old Style"/>
              <a:ea typeface="Calibri"/>
              <a:cs typeface="Calibri"/>
            </a:rPr>
            <a:t>Performance Analysis</a:t>
          </a:r>
        </a:p>
      </dsp:txBody>
      <dsp:txXfrm>
        <a:off x="11794187" y="4645232"/>
        <a:ext cx="2452479" cy="1233680"/>
      </dsp:txXfrm>
    </dsp:sp>
    <dsp:sp modelId="{1F22DB93-833B-451B-AE87-4BDDCA5ECC80}">
      <dsp:nvSpPr>
        <dsp:cNvPr id="0" name=""/>
        <dsp:cNvSpPr/>
      </dsp:nvSpPr>
      <dsp:spPr>
        <a:xfrm>
          <a:off x="7318270" y="678408"/>
          <a:ext cx="6111552" cy="6111552"/>
        </a:xfrm>
        <a:custGeom>
          <a:avLst/>
          <a:gdLst/>
          <a:ahLst/>
          <a:cxnLst/>
          <a:rect l="0" t="0" r="0" b="0"/>
          <a:pathLst>
            <a:path>
              <a:moveTo>
                <a:pt x="5157285" y="5274206"/>
              </a:moveTo>
              <a:arcTo wR="3055776" hR="3055776" stAng="2793021" swAng="1119409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C57EAD-C7A8-4A95-B279-4559E0F01514}">
      <dsp:nvSpPr>
        <dsp:cNvPr id="0" name=""/>
        <dsp:cNvSpPr/>
      </dsp:nvSpPr>
      <dsp:spPr>
        <a:xfrm>
          <a:off x="9101823" y="6141040"/>
          <a:ext cx="2544446" cy="1297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>
              <a:latin typeface="Bookman Old Style"/>
              <a:ea typeface="Calibri"/>
              <a:cs typeface="Calibri"/>
            </a:rPr>
            <a:t>Job Satisfaction</a:t>
          </a:r>
        </a:p>
      </dsp:txBody>
      <dsp:txXfrm>
        <a:off x="9165178" y="6204395"/>
        <a:ext cx="2417736" cy="1171130"/>
      </dsp:txXfrm>
    </dsp:sp>
    <dsp:sp modelId="{E9E417C2-A4B7-449C-96D8-8B43F2425E04}">
      <dsp:nvSpPr>
        <dsp:cNvPr id="0" name=""/>
        <dsp:cNvSpPr/>
      </dsp:nvSpPr>
      <dsp:spPr>
        <a:xfrm>
          <a:off x="7318270" y="678408"/>
          <a:ext cx="6111552" cy="6111552"/>
        </a:xfrm>
        <a:custGeom>
          <a:avLst/>
          <a:gdLst/>
          <a:ahLst/>
          <a:cxnLst/>
          <a:rect l="0" t="0" r="0" b="0"/>
          <a:pathLst>
            <a:path>
              <a:moveTo>
                <a:pt x="1773926" y="5829696"/>
              </a:moveTo>
              <a:arcTo wR="3055776" hR="3055776" stAng="6888122" swAng="1174328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19115F-849A-4C2D-81A8-BE6A164A80FD}">
      <dsp:nvSpPr>
        <dsp:cNvPr id="0" name=""/>
        <dsp:cNvSpPr/>
      </dsp:nvSpPr>
      <dsp:spPr>
        <a:xfrm>
          <a:off x="6313060" y="4613152"/>
          <a:ext cx="2829213" cy="1297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>
              <a:latin typeface="Bookman Old Style"/>
            </a:rPr>
            <a:t> </a:t>
          </a:r>
          <a:r>
            <a:rPr lang="en-US" sz="2800" b="0" kern="1200">
              <a:latin typeface="Bookman Old Style"/>
              <a:ea typeface="Calibri"/>
              <a:cs typeface="Calibri"/>
            </a:rPr>
            <a:t>Salary &amp; compensation</a:t>
          </a:r>
          <a:endParaRPr lang="en-US" sz="2800" kern="1200">
            <a:latin typeface="Bookman Old Style"/>
          </a:endParaRPr>
        </a:p>
      </dsp:txBody>
      <dsp:txXfrm>
        <a:off x="6376415" y="4676507"/>
        <a:ext cx="2702503" cy="1171130"/>
      </dsp:txXfrm>
    </dsp:sp>
    <dsp:sp modelId="{D7054F15-4ADE-4A51-B3F9-EB63AA3730BE}">
      <dsp:nvSpPr>
        <dsp:cNvPr id="0" name=""/>
        <dsp:cNvSpPr/>
      </dsp:nvSpPr>
      <dsp:spPr>
        <a:xfrm>
          <a:off x="7392495" y="980645"/>
          <a:ext cx="6111552" cy="6111552"/>
        </a:xfrm>
        <a:custGeom>
          <a:avLst/>
          <a:gdLst/>
          <a:ahLst/>
          <a:cxnLst/>
          <a:rect l="0" t="0" r="0" b="0"/>
          <a:pathLst>
            <a:path>
              <a:moveTo>
                <a:pt x="52329" y="3618871"/>
              </a:moveTo>
              <a:arcTo wR="3055776" hR="3055776" stAng="10162877" swAng="1543903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161564-CD92-4A19-9124-349522CB26E9}">
      <dsp:nvSpPr>
        <dsp:cNvPr id="0" name=""/>
        <dsp:cNvSpPr/>
      </dsp:nvSpPr>
      <dsp:spPr>
        <a:xfrm>
          <a:off x="6358588" y="1789063"/>
          <a:ext cx="2738184" cy="14372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>
              <a:latin typeface="Bookman Old Style"/>
            </a:rPr>
            <a:t>Overtime Analysis</a:t>
          </a:r>
        </a:p>
      </dsp:txBody>
      <dsp:txXfrm>
        <a:off x="6428749" y="1859224"/>
        <a:ext cx="2597862" cy="1296932"/>
      </dsp:txXfrm>
    </dsp:sp>
    <dsp:sp modelId="{8807806F-7037-4B9C-9C83-32AF0350AFE4}">
      <dsp:nvSpPr>
        <dsp:cNvPr id="0" name=""/>
        <dsp:cNvSpPr/>
      </dsp:nvSpPr>
      <dsp:spPr>
        <a:xfrm>
          <a:off x="7666864" y="458649"/>
          <a:ext cx="6111552" cy="6111552"/>
        </a:xfrm>
        <a:custGeom>
          <a:avLst/>
          <a:gdLst/>
          <a:ahLst/>
          <a:cxnLst/>
          <a:rect l="0" t="0" r="0" b="0"/>
          <a:pathLst>
            <a:path>
              <a:moveTo>
                <a:pt x="539562" y="1321868"/>
              </a:moveTo>
              <a:arcTo wR="3055776" hR="3055776" stAng="12874229" swAng="1148462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DC8082-B53D-4851-9D46-9FA55BC41BFE}">
      <dsp:nvSpPr>
        <dsp:cNvPr id="0" name=""/>
        <dsp:cNvSpPr/>
      </dsp:nvSpPr>
      <dsp:spPr>
        <a:xfrm>
          <a:off x="4604413" y="2006886"/>
          <a:ext cx="5716539" cy="5295138"/>
        </a:xfrm>
        <a:prstGeom prst="ellipse">
          <a:avLst/>
        </a:prstGeom>
        <a:solidFill>
          <a:schemeClr val="accent1">
            <a:shade val="80000"/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1" kern="1200">
              <a:latin typeface="Baskerville Old Face" panose="02020602080505020303" pitchFamily="18" charset="0"/>
            </a:rPr>
            <a:t>Employee Demographics</a:t>
          </a:r>
        </a:p>
      </dsp:txBody>
      <dsp:txXfrm>
        <a:off x="5441581" y="2782341"/>
        <a:ext cx="4042203" cy="3744228"/>
      </dsp:txXfrm>
    </dsp:sp>
    <dsp:sp modelId="{45017733-E23C-42A4-A139-9D4E0183A5E1}">
      <dsp:nvSpPr>
        <dsp:cNvPr id="0" name=""/>
        <dsp:cNvSpPr/>
      </dsp:nvSpPr>
      <dsp:spPr>
        <a:xfrm>
          <a:off x="6002141" y="273564"/>
          <a:ext cx="2921084" cy="2534893"/>
        </a:xfrm>
        <a:prstGeom prst="ellipse">
          <a:avLst/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>
              <a:solidFill>
                <a:schemeClr val="tx2">
                  <a:lumMod val="50000"/>
                </a:schemeClr>
              </a:solidFill>
              <a:latin typeface="Berlin Sans FB" panose="020E0602020502020306" pitchFamily="34" charset="0"/>
            </a:rPr>
            <a:t># No. of employees</a:t>
          </a:r>
        </a:p>
      </dsp:txBody>
      <dsp:txXfrm>
        <a:off x="6429924" y="644790"/>
        <a:ext cx="2065518" cy="1792441"/>
      </dsp:txXfrm>
    </dsp:sp>
    <dsp:sp modelId="{D2480C6B-CBD3-4B29-BB64-927AF5A2AB70}">
      <dsp:nvSpPr>
        <dsp:cNvPr id="0" name=""/>
        <dsp:cNvSpPr/>
      </dsp:nvSpPr>
      <dsp:spPr>
        <a:xfrm>
          <a:off x="8925904" y="1417544"/>
          <a:ext cx="2921084" cy="2534893"/>
        </a:xfrm>
        <a:prstGeom prst="ellipse">
          <a:avLst/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>
              <a:solidFill>
                <a:schemeClr val="tx2">
                  <a:lumMod val="50000"/>
                </a:schemeClr>
              </a:solidFill>
              <a:latin typeface="Berlin Sans FB" panose="020E0602020502020306" pitchFamily="34" charset="0"/>
            </a:rPr>
            <a:t>Average years at company by job role</a:t>
          </a:r>
        </a:p>
      </dsp:txBody>
      <dsp:txXfrm>
        <a:off x="9353687" y="1788770"/>
        <a:ext cx="2065518" cy="1792441"/>
      </dsp:txXfrm>
    </dsp:sp>
    <dsp:sp modelId="{80726A02-D5D9-481D-849A-7646C7A5D4FA}">
      <dsp:nvSpPr>
        <dsp:cNvPr id="0" name=""/>
        <dsp:cNvSpPr/>
      </dsp:nvSpPr>
      <dsp:spPr>
        <a:xfrm>
          <a:off x="9561974" y="4033618"/>
          <a:ext cx="2921084" cy="2534893"/>
        </a:xfrm>
        <a:prstGeom prst="ellipse">
          <a:avLst/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>
              <a:solidFill>
                <a:schemeClr val="tx2">
                  <a:lumMod val="50000"/>
                </a:schemeClr>
              </a:solidFill>
              <a:latin typeface="Berlin Sans FB" panose="020E0602020502020306" pitchFamily="34" charset="0"/>
            </a:rPr>
            <a:t>% Employee per department</a:t>
          </a:r>
        </a:p>
      </dsp:txBody>
      <dsp:txXfrm>
        <a:off x="9989757" y="4404844"/>
        <a:ext cx="2065518" cy="1792441"/>
      </dsp:txXfrm>
    </dsp:sp>
    <dsp:sp modelId="{264AB4E5-F880-457E-92A1-E2DF0AE27656}">
      <dsp:nvSpPr>
        <dsp:cNvPr id="0" name=""/>
        <dsp:cNvSpPr/>
      </dsp:nvSpPr>
      <dsp:spPr>
        <a:xfrm>
          <a:off x="7884523" y="6446873"/>
          <a:ext cx="3154725" cy="2534893"/>
        </a:xfrm>
        <a:prstGeom prst="ellipse">
          <a:avLst/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>
              <a:solidFill>
                <a:schemeClr val="tx2">
                  <a:lumMod val="50000"/>
                </a:schemeClr>
              </a:solidFill>
              <a:latin typeface="Berlin Sans FB" panose="020E0602020502020306" pitchFamily="34" charset="0"/>
            </a:rPr>
            <a:t>No. of performance ratings per employees</a:t>
          </a:r>
        </a:p>
      </dsp:txBody>
      <dsp:txXfrm>
        <a:off x="8346522" y="6818099"/>
        <a:ext cx="2230727" cy="1792441"/>
      </dsp:txXfrm>
    </dsp:sp>
    <dsp:sp modelId="{7916A087-CC9F-4CF5-A69B-FDC09E5287DE}">
      <dsp:nvSpPr>
        <dsp:cNvPr id="0" name=""/>
        <dsp:cNvSpPr/>
      </dsp:nvSpPr>
      <dsp:spPr>
        <a:xfrm>
          <a:off x="4284766" y="6459804"/>
          <a:ext cx="3340026" cy="2519962"/>
        </a:xfrm>
        <a:prstGeom prst="ellipse">
          <a:avLst/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>
              <a:solidFill>
                <a:schemeClr val="tx2">
                  <a:lumMod val="50000"/>
                </a:schemeClr>
              </a:solidFill>
              <a:latin typeface="Berlin Sans FB" panose="020E0602020502020306" pitchFamily="34" charset="0"/>
            </a:rPr>
            <a:t>% </a:t>
          </a:r>
          <a:r>
            <a:rPr lang="en-US" sz="2400" b="0" kern="1200">
              <a:solidFill>
                <a:schemeClr val="tx2">
                  <a:lumMod val="50000"/>
                </a:schemeClr>
              </a:solidFill>
              <a:latin typeface="Berlin Sans FB" panose="020E0602020502020306" pitchFamily="34" charset="0"/>
              <a:ea typeface="Calibri"/>
              <a:cs typeface="Calibri"/>
            </a:rPr>
            <a:t>Employee per</a:t>
          </a:r>
          <a:r>
            <a:rPr lang="en-US" sz="2400" b="0" kern="1200">
              <a:solidFill>
                <a:schemeClr val="tx2">
                  <a:lumMod val="50000"/>
                </a:schemeClr>
              </a:solidFill>
              <a:latin typeface="Berlin Sans FB" panose="020E0602020502020306" pitchFamily="34" charset="0"/>
            </a:rPr>
            <a:t> Education Level </a:t>
          </a:r>
        </a:p>
      </dsp:txBody>
      <dsp:txXfrm>
        <a:off x="4773901" y="6828844"/>
        <a:ext cx="2361756" cy="1781882"/>
      </dsp:txXfrm>
    </dsp:sp>
    <dsp:sp modelId="{26BB7AF3-077C-462E-9F37-031B86D423E8}">
      <dsp:nvSpPr>
        <dsp:cNvPr id="0" name=""/>
        <dsp:cNvSpPr/>
      </dsp:nvSpPr>
      <dsp:spPr>
        <a:xfrm>
          <a:off x="2457047" y="4136873"/>
          <a:ext cx="2921084" cy="2534893"/>
        </a:xfrm>
        <a:prstGeom prst="ellipse">
          <a:avLst/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>
              <a:solidFill>
                <a:schemeClr val="tx2">
                  <a:lumMod val="50000"/>
                </a:schemeClr>
              </a:solidFill>
              <a:latin typeface="Berlin Sans FB" panose="020E0602020502020306" pitchFamily="34" charset="0"/>
            </a:rPr>
            <a:t>% Age Groups</a:t>
          </a:r>
        </a:p>
      </dsp:txBody>
      <dsp:txXfrm>
        <a:off x="2884830" y="4508099"/>
        <a:ext cx="2065518" cy="1792441"/>
      </dsp:txXfrm>
    </dsp:sp>
    <dsp:sp modelId="{3278C7B7-76BB-4E46-BFFF-FBCF59986220}">
      <dsp:nvSpPr>
        <dsp:cNvPr id="0" name=""/>
        <dsp:cNvSpPr/>
      </dsp:nvSpPr>
      <dsp:spPr>
        <a:xfrm>
          <a:off x="3167188" y="1418011"/>
          <a:ext cx="2921084" cy="2534893"/>
        </a:xfrm>
        <a:prstGeom prst="ellipse">
          <a:avLst/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>
              <a:solidFill>
                <a:schemeClr val="tx2">
                  <a:lumMod val="50000"/>
                </a:schemeClr>
              </a:solidFill>
              <a:latin typeface="Berlin Sans FB" panose="020E0602020502020306" pitchFamily="34" charset="0"/>
            </a:rPr>
            <a:t>Gender Distribution </a:t>
          </a:r>
        </a:p>
      </dsp:txBody>
      <dsp:txXfrm>
        <a:off x="3594971" y="1789237"/>
        <a:ext cx="2065518" cy="179244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9FBDE4-476E-4941-8E43-91FC781EC023}">
      <dsp:nvSpPr>
        <dsp:cNvPr id="0" name=""/>
        <dsp:cNvSpPr/>
      </dsp:nvSpPr>
      <dsp:spPr>
        <a:xfrm>
          <a:off x="10060249" y="2523732"/>
          <a:ext cx="1557131" cy="61762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76281"/>
              </a:lnTo>
              <a:lnTo>
                <a:pt x="1557131" y="6176281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1E84FD-B247-446C-A746-89ED7E735CD2}">
      <dsp:nvSpPr>
        <dsp:cNvPr id="0" name=""/>
        <dsp:cNvSpPr/>
      </dsp:nvSpPr>
      <dsp:spPr>
        <a:xfrm>
          <a:off x="10060249" y="2523732"/>
          <a:ext cx="1579059" cy="47765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76535"/>
              </a:lnTo>
              <a:lnTo>
                <a:pt x="1579059" y="477653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352FB5-3BBC-462A-A6FE-F47E0A0E7F9B}">
      <dsp:nvSpPr>
        <dsp:cNvPr id="0" name=""/>
        <dsp:cNvSpPr/>
      </dsp:nvSpPr>
      <dsp:spPr>
        <a:xfrm>
          <a:off x="10060249" y="2523732"/>
          <a:ext cx="1513287" cy="34676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67615"/>
              </a:lnTo>
              <a:lnTo>
                <a:pt x="1513287" y="346761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1E4CEE-D73E-4A4E-B2F5-0C0033BE631A}">
      <dsp:nvSpPr>
        <dsp:cNvPr id="0" name=""/>
        <dsp:cNvSpPr/>
      </dsp:nvSpPr>
      <dsp:spPr>
        <a:xfrm>
          <a:off x="10060249" y="2523732"/>
          <a:ext cx="1508030" cy="21165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16513"/>
              </a:lnTo>
              <a:lnTo>
                <a:pt x="1508030" y="211651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441DBE-4B99-411C-B0BE-20BB7ADB07F6}">
      <dsp:nvSpPr>
        <dsp:cNvPr id="0" name=""/>
        <dsp:cNvSpPr/>
      </dsp:nvSpPr>
      <dsp:spPr>
        <a:xfrm>
          <a:off x="10060249" y="2523732"/>
          <a:ext cx="2288112" cy="6660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6086"/>
              </a:lnTo>
              <a:lnTo>
                <a:pt x="2288112" y="666086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C1E42F-F654-440D-83FF-68681DD04D93}">
      <dsp:nvSpPr>
        <dsp:cNvPr id="0" name=""/>
        <dsp:cNvSpPr/>
      </dsp:nvSpPr>
      <dsp:spPr>
        <a:xfrm>
          <a:off x="8129123" y="926741"/>
          <a:ext cx="1931125" cy="3862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3115"/>
              </a:lnTo>
              <a:lnTo>
                <a:pt x="1931125" y="193115"/>
              </a:lnTo>
              <a:lnTo>
                <a:pt x="1931125" y="38623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6A34A3-BC48-4F20-8523-174591675BA7}">
      <dsp:nvSpPr>
        <dsp:cNvPr id="0" name=""/>
        <dsp:cNvSpPr/>
      </dsp:nvSpPr>
      <dsp:spPr>
        <a:xfrm>
          <a:off x="6034042" y="2624676"/>
          <a:ext cx="1391885" cy="56340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634058"/>
              </a:lnTo>
              <a:lnTo>
                <a:pt x="1391885" y="5634058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0B187D-CE7E-4F93-999B-45E6DCDF9001}">
      <dsp:nvSpPr>
        <dsp:cNvPr id="0" name=""/>
        <dsp:cNvSpPr/>
      </dsp:nvSpPr>
      <dsp:spPr>
        <a:xfrm>
          <a:off x="6034042" y="2624676"/>
          <a:ext cx="1391885" cy="40238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23826"/>
              </a:lnTo>
              <a:lnTo>
                <a:pt x="1391885" y="4023826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A9AF5B-EBA9-4724-886C-2666E8F3C8E5}">
      <dsp:nvSpPr>
        <dsp:cNvPr id="0" name=""/>
        <dsp:cNvSpPr/>
      </dsp:nvSpPr>
      <dsp:spPr>
        <a:xfrm>
          <a:off x="6034042" y="2624676"/>
          <a:ext cx="1391885" cy="23988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98833"/>
              </a:lnTo>
              <a:lnTo>
                <a:pt x="1391885" y="239883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717FAB-C506-4B41-9965-074DD8402CBA}">
      <dsp:nvSpPr>
        <dsp:cNvPr id="0" name=""/>
        <dsp:cNvSpPr/>
      </dsp:nvSpPr>
      <dsp:spPr>
        <a:xfrm>
          <a:off x="6034042" y="2624676"/>
          <a:ext cx="1414201" cy="7525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52598"/>
              </a:lnTo>
              <a:lnTo>
                <a:pt x="1414201" y="752598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DB08F9-A258-4169-85E8-1A0DDD0D9E6E}">
      <dsp:nvSpPr>
        <dsp:cNvPr id="0" name=""/>
        <dsp:cNvSpPr/>
      </dsp:nvSpPr>
      <dsp:spPr>
        <a:xfrm>
          <a:off x="6034042" y="926741"/>
          <a:ext cx="2095080" cy="386230"/>
        </a:xfrm>
        <a:custGeom>
          <a:avLst/>
          <a:gdLst/>
          <a:ahLst/>
          <a:cxnLst/>
          <a:rect l="0" t="0" r="0" b="0"/>
          <a:pathLst>
            <a:path>
              <a:moveTo>
                <a:pt x="2095080" y="0"/>
              </a:moveTo>
              <a:lnTo>
                <a:pt x="2095080" y="193115"/>
              </a:lnTo>
              <a:lnTo>
                <a:pt x="0" y="193115"/>
              </a:lnTo>
              <a:lnTo>
                <a:pt x="0" y="38623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18D58C-21E3-46B6-95EE-DA46E1C7B1F2}">
      <dsp:nvSpPr>
        <dsp:cNvPr id="0" name=""/>
        <dsp:cNvSpPr/>
      </dsp:nvSpPr>
      <dsp:spPr>
        <a:xfrm>
          <a:off x="7056482" y="7145"/>
          <a:ext cx="2145281" cy="919596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40B32D-3266-484A-A3EA-F7334F4530ED}">
      <dsp:nvSpPr>
        <dsp:cNvPr id="0" name=""/>
        <dsp:cNvSpPr/>
      </dsp:nvSpPr>
      <dsp:spPr>
        <a:xfrm>
          <a:off x="7056482" y="7145"/>
          <a:ext cx="2145281" cy="919596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BDC899-E0F3-43C9-A279-85A5AACABAF3}">
      <dsp:nvSpPr>
        <dsp:cNvPr id="0" name=""/>
        <dsp:cNvSpPr/>
      </dsp:nvSpPr>
      <dsp:spPr>
        <a:xfrm>
          <a:off x="5983841" y="172672"/>
          <a:ext cx="4290563" cy="588541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b="1" kern="1200">
              <a:solidFill>
                <a:schemeClr val="tx2">
                  <a:lumMod val="7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Attrition</a:t>
          </a:r>
          <a:endParaRPr lang="en-US" sz="1800" b="1" kern="1200">
            <a:solidFill>
              <a:schemeClr val="tx2">
                <a:lumMod val="75000"/>
              </a:schemeClr>
            </a:solidFill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sp:txBody>
      <dsp:txXfrm>
        <a:off x="5983841" y="172672"/>
        <a:ext cx="4290563" cy="588541"/>
      </dsp:txXfrm>
    </dsp:sp>
    <dsp:sp modelId="{8367DD95-632A-43B1-8520-730A4383AD5B}">
      <dsp:nvSpPr>
        <dsp:cNvPr id="0" name=""/>
        <dsp:cNvSpPr/>
      </dsp:nvSpPr>
      <dsp:spPr>
        <a:xfrm>
          <a:off x="5165037" y="1312972"/>
          <a:ext cx="1738010" cy="1311703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DAC3EE-AC96-4994-91B6-D479C9764ABF}">
      <dsp:nvSpPr>
        <dsp:cNvPr id="0" name=""/>
        <dsp:cNvSpPr/>
      </dsp:nvSpPr>
      <dsp:spPr>
        <a:xfrm>
          <a:off x="5165037" y="1312972"/>
          <a:ext cx="1738010" cy="1311703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3DE281-BD62-4523-9AC6-B564A1121320}">
      <dsp:nvSpPr>
        <dsp:cNvPr id="0" name=""/>
        <dsp:cNvSpPr/>
      </dsp:nvSpPr>
      <dsp:spPr>
        <a:xfrm>
          <a:off x="4296032" y="1549079"/>
          <a:ext cx="3476020" cy="839490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solidFill>
                <a:schemeClr val="accent1">
                  <a:lumMod val="75000"/>
                </a:schemeClr>
              </a:solidFill>
              <a:latin typeface="Andalus" panose="02020603050405020304" pitchFamily="18" charset="-78"/>
              <a:cs typeface="Andalus" panose="02020603050405020304" pitchFamily="18" charset="-78"/>
            </a:rPr>
            <a:t>Trends by </a:t>
          </a:r>
        </a:p>
      </dsp:txBody>
      <dsp:txXfrm>
        <a:off x="4296032" y="1549079"/>
        <a:ext cx="3476020" cy="839490"/>
      </dsp:txXfrm>
    </dsp:sp>
    <dsp:sp modelId="{FAD99ED3-A562-4EC8-9030-5B7C3EB44D60}">
      <dsp:nvSpPr>
        <dsp:cNvPr id="0" name=""/>
        <dsp:cNvSpPr/>
      </dsp:nvSpPr>
      <dsp:spPr>
        <a:xfrm>
          <a:off x="7275444" y="3010907"/>
          <a:ext cx="1439996" cy="1260004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CB22CE-303C-4040-B940-2555EE36BD11}">
      <dsp:nvSpPr>
        <dsp:cNvPr id="0" name=""/>
        <dsp:cNvSpPr/>
      </dsp:nvSpPr>
      <dsp:spPr>
        <a:xfrm>
          <a:off x="7275444" y="3010907"/>
          <a:ext cx="1439996" cy="1260004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415ABE-C67D-4B23-8CAD-414EA1F8F5C9}">
      <dsp:nvSpPr>
        <dsp:cNvPr id="0" name=""/>
        <dsp:cNvSpPr/>
      </dsp:nvSpPr>
      <dsp:spPr>
        <a:xfrm>
          <a:off x="6555445" y="3237707"/>
          <a:ext cx="2879993" cy="806402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accent1">
                  <a:lumMod val="75000"/>
                </a:schemeClr>
              </a:solidFill>
              <a:latin typeface="Andalus" panose="02020603050405020304" pitchFamily="18" charset="-78"/>
              <a:cs typeface="Andalus" panose="02020603050405020304" pitchFamily="18" charset="-78"/>
            </a:rPr>
            <a:t>Job Role</a:t>
          </a:r>
        </a:p>
      </dsp:txBody>
      <dsp:txXfrm>
        <a:off x="6555445" y="3237707"/>
        <a:ext cx="2879993" cy="806402"/>
      </dsp:txXfrm>
    </dsp:sp>
    <dsp:sp modelId="{4E423021-C518-45CC-9708-AB807029252B}">
      <dsp:nvSpPr>
        <dsp:cNvPr id="0" name=""/>
        <dsp:cNvSpPr/>
      </dsp:nvSpPr>
      <dsp:spPr>
        <a:xfrm>
          <a:off x="7257447" y="4657141"/>
          <a:ext cx="1404003" cy="1260004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461AF0-E69E-4480-9145-863B79B7AF01}">
      <dsp:nvSpPr>
        <dsp:cNvPr id="0" name=""/>
        <dsp:cNvSpPr/>
      </dsp:nvSpPr>
      <dsp:spPr>
        <a:xfrm>
          <a:off x="7257447" y="4657141"/>
          <a:ext cx="1404003" cy="1260004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118D40-6388-4573-AD8C-377DD89280DC}">
      <dsp:nvSpPr>
        <dsp:cNvPr id="0" name=""/>
        <dsp:cNvSpPr/>
      </dsp:nvSpPr>
      <dsp:spPr>
        <a:xfrm>
          <a:off x="6555445" y="4883942"/>
          <a:ext cx="2808007" cy="806402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accent1">
                  <a:lumMod val="75000"/>
                </a:schemeClr>
              </a:solidFill>
              <a:latin typeface="Andalus" panose="02020603050405020304" pitchFamily="18" charset="-78"/>
              <a:cs typeface="Andalus" panose="02020603050405020304" pitchFamily="18" charset="-78"/>
            </a:rPr>
            <a:t>Department</a:t>
          </a:r>
        </a:p>
      </dsp:txBody>
      <dsp:txXfrm>
        <a:off x="6555445" y="4883942"/>
        <a:ext cx="2808007" cy="806402"/>
      </dsp:txXfrm>
    </dsp:sp>
    <dsp:sp modelId="{9B512DB0-F19F-4A0C-8ED3-46396B3B8858}">
      <dsp:nvSpPr>
        <dsp:cNvPr id="0" name=""/>
        <dsp:cNvSpPr/>
      </dsp:nvSpPr>
      <dsp:spPr>
        <a:xfrm>
          <a:off x="7257447" y="6303376"/>
          <a:ext cx="1404003" cy="1224001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EFA184-2C1D-4ACA-B001-F50A2BF2AD2C}">
      <dsp:nvSpPr>
        <dsp:cNvPr id="0" name=""/>
        <dsp:cNvSpPr/>
      </dsp:nvSpPr>
      <dsp:spPr>
        <a:xfrm>
          <a:off x="7257447" y="6303376"/>
          <a:ext cx="1404003" cy="1224001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840BD8-E397-456E-ABC0-51CC8DB9AC2C}">
      <dsp:nvSpPr>
        <dsp:cNvPr id="0" name=""/>
        <dsp:cNvSpPr/>
      </dsp:nvSpPr>
      <dsp:spPr>
        <a:xfrm>
          <a:off x="6555445" y="6523696"/>
          <a:ext cx="2808007" cy="783361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accent1">
                  <a:lumMod val="75000"/>
                </a:schemeClr>
              </a:solidFill>
              <a:latin typeface="Andalus" panose="02020603050405020304" pitchFamily="18" charset="-78"/>
              <a:cs typeface="Andalus" panose="02020603050405020304" pitchFamily="18" charset="-78"/>
            </a:rPr>
            <a:t>Age group</a:t>
          </a:r>
        </a:p>
      </dsp:txBody>
      <dsp:txXfrm>
        <a:off x="6555445" y="6523696"/>
        <a:ext cx="2808007" cy="783361"/>
      </dsp:txXfrm>
    </dsp:sp>
    <dsp:sp modelId="{E3AA79F6-D811-4961-BD75-650FF629D077}">
      <dsp:nvSpPr>
        <dsp:cNvPr id="0" name=""/>
        <dsp:cNvSpPr/>
      </dsp:nvSpPr>
      <dsp:spPr>
        <a:xfrm>
          <a:off x="7257447" y="7913609"/>
          <a:ext cx="1404003" cy="1224001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0B2D30-CD3E-4CBE-BD79-2A7E6F66FC3C}">
      <dsp:nvSpPr>
        <dsp:cNvPr id="0" name=""/>
        <dsp:cNvSpPr/>
      </dsp:nvSpPr>
      <dsp:spPr>
        <a:xfrm>
          <a:off x="7257447" y="7913609"/>
          <a:ext cx="1404003" cy="1224001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5F7C36-1769-430D-992B-0E831C2A6599}">
      <dsp:nvSpPr>
        <dsp:cNvPr id="0" name=""/>
        <dsp:cNvSpPr/>
      </dsp:nvSpPr>
      <dsp:spPr>
        <a:xfrm>
          <a:off x="6555445" y="8133929"/>
          <a:ext cx="2808007" cy="783361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accent1">
                  <a:lumMod val="75000"/>
                </a:schemeClr>
              </a:solidFill>
              <a:latin typeface="Andalus" panose="02020603050405020304" pitchFamily="18" charset="-78"/>
              <a:cs typeface="Andalus" panose="02020603050405020304" pitchFamily="18" charset="-78"/>
            </a:rPr>
            <a:t>Gender</a:t>
          </a:r>
        </a:p>
      </dsp:txBody>
      <dsp:txXfrm>
        <a:off x="6555445" y="8133929"/>
        <a:ext cx="2808007" cy="783361"/>
      </dsp:txXfrm>
    </dsp:sp>
    <dsp:sp modelId="{B35A88FF-D25D-4B50-81F1-3A72E36EBF15}">
      <dsp:nvSpPr>
        <dsp:cNvPr id="0" name=""/>
        <dsp:cNvSpPr/>
      </dsp:nvSpPr>
      <dsp:spPr>
        <a:xfrm>
          <a:off x="9109266" y="1312972"/>
          <a:ext cx="1901965" cy="1210759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5973C7-ADB7-4DA3-8EB2-D48BC46D3DB6}">
      <dsp:nvSpPr>
        <dsp:cNvPr id="0" name=""/>
        <dsp:cNvSpPr/>
      </dsp:nvSpPr>
      <dsp:spPr>
        <a:xfrm>
          <a:off x="9109266" y="1312972"/>
          <a:ext cx="1901965" cy="1210759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AA5D09-C68F-4314-885D-8928A7E60776}">
      <dsp:nvSpPr>
        <dsp:cNvPr id="0" name=""/>
        <dsp:cNvSpPr/>
      </dsp:nvSpPr>
      <dsp:spPr>
        <a:xfrm>
          <a:off x="8158283" y="1530909"/>
          <a:ext cx="3803930" cy="774886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solidFill>
                <a:schemeClr val="accent1">
                  <a:lumMod val="75000"/>
                </a:schemeClr>
              </a:solidFill>
              <a:latin typeface="Andalus" panose="02020603050405020304" pitchFamily="18" charset="-78"/>
              <a:cs typeface="Andalus" panose="02020603050405020304" pitchFamily="18" charset="-78"/>
            </a:rPr>
            <a:t>Impact of</a:t>
          </a:r>
        </a:p>
      </dsp:txBody>
      <dsp:txXfrm>
        <a:off x="8158283" y="1530909"/>
        <a:ext cx="3803930" cy="774886"/>
      </dsp:txXfrm>
    </dsp:sp>
    <dsp:sp modelId="{E49490C1-42E5-431E-A725-BFCB9B0B7CA3}">
      <dsp:nvSpPr>
        <dsp:cNvPr id="0" name=""/>
        <dsp:cNvSpPr/>
      </dsp:nvSpPr>
      <dsp:spPr>
        <a:xfrm>
          <a:off x="12176428" y="2909962"/>
          <a:ext cx="1432777" cy="1113374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0C4E98-CA41-4CB2-BD70-D7FA77405413}">
      <dsp:nvSpPr>
        <dsp:cNvPr id="0" name=""/>
        <dsp:cNvSpPr/>
      </dsp:nvSpPr>
      <dsp:spPr>
        <a:xfrm>
          <a:off x="12176428" y="2909962"/>
          <a:ext cx="1432777" cy="1113374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2BB31B-9DF1-4E50-9808-2E4E247DA354}">
      <dsp:nvSpPr>
        <dsp:cNvPr id="0" name=""/>
        <dsp:cNvSpPr/>
      </dsp:nvSpPr>
      <dsp:spPr>
        <a:xfrm>
          <a:off x="11460039" y="3110370"/>
          <a:ext cx="2865555" cy="712559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accent1">
                  <a:lumMod val="75000"/>
                </a:schemeClr>
              </a:solidFill>
              <a:latin typeface="Andalus" panose="02020603050405020304" pitchFamily="18" charset="-78"/>
              <a:cs typeface="Andalus" panose="02020603050405020304" pitchFamily="18" charset="-78"/>
            </a:rPr>
            <a:t>Years at Company</a:t>
          </a:r>
        </a:p>
      </dsp:txBody>
      <dsp:txXfrm>
        <a:off x="11460039" y="3110370"/>
        <a:ext cx="2865555" cy="712559"/>
      </dsp:txXfrm>
    </dsp:sp>
    <dsp:sp modelId="{BABA119E-6836-4BC9-8AB5-CFA45BAD5FE6}">
      <dsp:nvSpPr>
        <dsp:cNvPr id="0" name=""/>
        <dsp:cNvSpPr/>
      </dsp:nvSpPr>
      <dsp:spPr>
        <a:xfrm>
          <a:off x="11386839" y="4409567"/>
          <a:ext cx="1512001" cy="1030022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AB7A56-61F9-4405-B42F-55174490055F}">
      <dsp:nvSpPr>
        <dsp:cNvPr id="0" name=""/>
        <dsp:cNvSpPr/>
      </dsp:nvSpPr>
      <dsp:spPr>
        <a:xfrm>
          <a:off x="11386839" y="4409567"/>
          <a:ext cx="1512001" cy="1030022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595DEC-B527-4394-A9ED-5B8E32A1710F}">
      <dsp:nvSpPr>
        <dsp:cNvPr id="0" name=""/>
        <dsp:cNvSpPr/>
      </dsp:nvSpPr>
      <dsp:spPr>
        <a:xfrm>
          <a:off x="10630838" y="4594971"/>
          <a:ext cx="3024002" cy="659214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accent1">
                  <a:lumMod val="75000"/>
                </a:schemeClr>
              </a:solidFill>
              <a:latin typeface="Andalus" panose="02020603050405020304" pitchFamily="18" charset="-78"/>
              <a:cs typeface="Andalus" panose="02020603050405020304" pitchFamily="18" charset="-78"/>
            </a:rPr>
            <a:t>Job satisfaction</a:t>
          </a:r>
        </a:p>
      </dsp:txBody>
      <dsp:txXfrm>
        <a:off x="10630838" y="4594971"/>
        <a:ext cx="3024002" cy="659214"/>
      </dsp:txXfrm>
    </dsp:sp>
    <dsp:sp modelId="{B949E4A7-F9E5-4269-973B-D455713DF9DC}">
      <dsp:nvSpPr>
        <dsp:cNvPr id="0" name=""/>
        <dsp:cNvSpPr/>
      </dsp:nvSpPr>
      <dsp:spPr>
        <a:xfrm>
          <a:off x="11391078" y="5825820"/>
          <a:ext cx="1520479" cy="919596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0BD9F9-0059-4CBB-9E0D-280CD4693DFC}">
      <dsp:nvSpPr>
        <dsp:cNvPr id="0" name=""/>
        <dsp:cNvSpPr/>
      </dsp:nvSpPr>
      <dsp:spPr>
        <a:xfrm>
          <a:off x="11391078" y="5825820"/>
          <a:ext cx="1520479" cy="919596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4175EA-DE5B-4C75-8164-AEE995DA9C6B}">
      <dsp:nvSpPr>
        <dsp:cNvPr id="0" name=""/>
        <dsp:cNvSpPr/>
      </dsp:nvSpPr>
      <dsp:spPr>
        <a:xfrm>
          <a:off x="10630838" y="5991348"/>
          <a:ext cx="3040959" cy="588541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accent1">
                  <a:lumMod val="75000"/>
                </a:schemeClr>
              </a:solidFill>
              <a:latin typeface="Andalus" panose="02020603050405020304" pitchFamily="18" charset="-78"/>
              <a:cs typeface="Andalus" panose="02020603050405020304" pitchFamily="18" charset="-78"/>
            </a:rPr>
            <a:t>Bonuses</a:t>
          </a:r>
        </a:p>
      </dsp:txBody>
      <dsp:txXfrm>
        <a:off x="10630838" y="5991348"/>
        <a:ext cx="3040959" cy="588541"/>
      </dsp:txXfrm>
    </dsp:sp>
    <dsp:sp modelId="{919C8F3A-4249-4A4C-B714-FB69E40CC917}">
      <dsp:nvSpPr>
        <dsp:cNvPr id="0" name=""/>
        <dsp:cNvSpPr/>
      </dsp:nvSpPr>
      <dsp:spPr>
        <a:xfrm>
          <a:off x="11444121" y="7131648"/>
          <a:ext cx="1626564" cy="924838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BAB86D-0167-46E8-A150-4D2A679007EF}">
      <dsp:nvSpPr>
        <dsp:cNvPr id="0" name=""/>
        <dsp:cNvSpPr/>
      </dsp:nvSpPr>
      <dsp:spPr>
        <a:xfrm>
          <a:off x="11444121" y="7131648"/>
          <a:ext cx="1626564" cy="924838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8CBBC0-DC93-4DAA-B231-728DA936A7F5}">
      <dsp:nvSpPr>
        <dsp:cNvPr id="0" name=""/>
        <dsp:cNvSpPr/>
      </dsp:nvSpPr>
      <dsp:spPr>
        <a:xfrm>
          <a:off x="10630838" y="7298119"/>
          <a:ext cx="3253129" cy="591896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accent1">
                  <a:lumMod val="75000"/>
                </a:schemeClr>
              </a:solidFill>
              <a:latin typeface="Andalus" panose="02020603050405020304" pitchFamily="18" charset="-78"/>
              <a:cs typeface="Andalus" panose="02020603050405020304" pitchFamily="18" charset="-78"/>
            </a:rPr>
            <a:t>Overtime</a:t>
          </a:r>
        </a:p>
      </dsp:txBody>
      <dsp:txXfrm>
        <a:off x="10630838" y="7298119"/>
        <a:ext cx="3253129" cy="591896"/>
      </dsp:txXfrm>
    </dsp:sp>
    <dsp:sp modelId="{B03C958B-1E77-4457-8E30-A55B1F3834F6}">
      <dsp:nvSpPr>
        <dsp:cNvPr id="0" name=""/>
        <dsp:cNvSpPr/>
      </dsp:nvSpPr>
      <dsp:spPr>
        <a:xfrm>
          <a:off x="11426437" y="8442717"/>
          <a:ext cx="1591196" cy="1075137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810856-9BB9-45DF-BD8E-73E87B6CF6B7}">
      <dsp:nvSpPr>
        <dsp:cNvPr id="0" name=""/>
        <dsp:cNvSpPr/>
      </dsp:nvSpPr>
      <dsp:spPr>
        <a:xfrm>
          <a:off x="11426437" y="8442717"/>
          <a:ext cx="1591196" cy="1075137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3896BD-6394-40BD-A3E4-B2814CF73EED}">
      <dsp:nvSpPr>
        <dsp:cNvPr id="0" name=""/>
        <dsp:cNvSpPr/>
      </dsp:nvSpPr>
      <dsp:spPr>
        <a:xfrm>
          <a:off x="10630838" y="8636242"/>
          <a:ext cx="3182393" cy="688087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accent1">
                  <a:lumMod val="75000"/>
                </a:schemeClr>
              </a:solidFill>
              <a:latin typeface="Andalus" panose="02020603050405020304" pitchFamily="18" charset="-78"/>
              <a:cs typeface="Andalus" panose="02020603050405020304" pitchFamily="18" charset="-78"/>
            </a:rPr>
            <a:t>Salary levels</a:t>
          </a:r>
        </a:p>
      </dsp:txBody>
      <dsp:txXfrm>
        <a:off x="10630838" y="8636242"/>
        <a:ext cx="3182393" cy="68808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46F516-1CAF-4F7B-A530-CEB3E57E936A}">
      <dsp:nvSpPr>
        <dsp:cNvPr id="0" name=""/>
        <dsp:cNvSpPr/>
      </dsp:nvSpPr>
      <dsp:spPr>
        <a:xfrm>
          <a:off x="-8956781" y="-1403415"/>
          <a:ext cx="10934832" cy="10934832"/>
        </a:xfrm>
        <a:prstGeom prst="blockArc">
          <a:avLst>
            <a:gd name="adj1" fmla="val 18900000"/>
            <a:gd name="adj2" fmla="val 2700000"/>
            <a:gd name="adj3" fmla="val 198"/>
          </a:avLst>
        </a:pr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D4858F-9BFD-4369-8ED2-6E0A71BCFD14}">
      <dsp:nvSpPr>
        <dsp:cNvPr id="0" name=""/>
        <dsp:cNvSpPr/>
      </dsp:nvSpPr>
      <dsp:spPr>
        <a:xfrm>
          <a:off x="1653121" y="907196"/>
          <a:ext cx="10654995" cy="282994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4309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solidFill>
                <a:schemeClr val="accent1">
                  <a:lumMod val="75000"/>
                </a:schemeClr>
              </a:solidFill>
              <a:latin typeface="Aharoni"/>
              <a:cs typeface="Aharoni"/>
            </a:rPr>
            <a:t>*Job role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solidFill>
                <a:schemeClr val="accent1">
                  <a:lumMod val="75000"/>
                </a:schemeClr>
              </a:solidFill>
              <a:latin typeface="Aharoni"/>
              <a:cs typeface="Aharoni"/>
            </a:rPr>
            <a:t>*Years of experience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solidFill>
                <a:schemeClr val="accent1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rPr>
            <a:t>*Education Field</a:t>
          </a:r>
        </a:p>
      </dsp:txBody>
      <dsp:txXfrm>
        <a:off x="1653121" y="907196"/>
        <a:ext cx="10654995" cy="2829946"/>
      </dsp:txXfrm>
    </dsp:sp>
    <dsp:sp modelId="{D4BA5D45-0A9C-4825-B568-940C4FBBA058}">
      <dsp:nvSpPr>
        <dsp:cNvPr id="0" name=""/>
        <dsp:cNvSpPr/>
      </dsp:nvSpPr>
      <dsp:spPr>
        <a:xfrm>
          <a:off x="201867" y="870915"/>
          <a:ext cx="2902508" cy="290250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4F69C0D-CF42-4DC5-9E8B-587775C11CFA}">
      <dsp:nvSpPr>
        <dsp:cNvPr id="0" name=""/>
        <dsp:cNvSpPr/>
      </dsp:nvSpPr>
      <dsp:spPr>
        <a:xfrm>
          <a:off x="1653121" y="4644826"/>
          <a:ext cx="10654995" cy="232200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4309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solidFill>
                <a:schemeClr val="accent1">
                  <a:lumMod val="75000"/>
                </a:schemeClr>
              </a:solidFill>
              <a:latin typeface="Aharoni"/>
              <a:cs typeface="Aharoni"/>
            </a:rPr>
            <a:t>*Salary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solidFill>
                <a:schemeClr val="accent1">
                  <a:lumMod val="75000"/>
                </a:schemeClr>
              </a:solidFill>
              <a:latin typeface="Aharoni"/>
              <a:cs typeface="Aharoni"/>
            </a:rPr>
            <a:t>*Overtime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solidFill>
                <a:schemeClr val="accent1">
                  <a:lumMod val="75000"/>
                </a:schemeClr>
              </a:solidFill>
              <a:latin typeface="Aharoni"/>
              <a:cs typeface="Aharoni"/>
            </a:rPr>
            <a:t>*Job Satisfaction </a:t>
          </a:r>
        </a:p>
      </dsp:txBody>
      <dsp:txXfrm>
        <a:off x="1653121" y="4644826"/>
        <a:ext cx="10654995" cy="2322007"/>
      </dsp:txXfrm>
    </dsp:sp>
    <dsp:sp modelId="{25041D34-146D-4E26-8F90-CBFA079E701D}">
      <dsp:nvSpPr>
        <dsp:cNvPr id="0" name=""/>
        <dsp:cNvSpPr/>
      </dsp:nvSpPr>
      <dsp:spPr>
        <a:xfrm>
          <a:off x="-116116" y="4354576"/>
          <a:ext cx="3538477" cy="290250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46F516-1CAF-4F7B-A530-CEB3E57E936A}">
      <dsp:nvSpPr>
        <dsp:cNvPr id="0" name=""/>
        <dsp:cNvSpPr/>
      </dsp:nvSpPr>
      <dsp:spPr>
        <a:xfrm>
          <a:off x="-8956781" y="-1403415"/>
          <a:ext cx="10934832" cy="10934832"/>
        </a:xfrm>
        <a:prstGeom prst="blockArc">
          <a:avLst>
            <a:gd name="adj1" fmla="val 18900000"/>
            <a:gd name="adj2" fmla="val 2700000"/>
            <a:gd name="adj3" fmla="val 198"/>
          </a:avLst>
        </a:pr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D4858F-9BFD-4369-8ED2-6E0A71BCFD14}">
      <dsp:nvSpPr>
        <dsp:cNvPr id="0" name=""/>
        <dsp:cNvSpPr/>
      </dsp:nvSpPr>
      <dsp:spPr>
        <a:xfrm>
          <a:off x="1653121" y="907196"/>
          <a:ext cx="10654995" cy="282994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4309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solidFill>
                <a:schemeClr val="accent1">
                  <a:lumMod val="75000"/>
                </a:schemeClr>
              </a:solidFill>
              <a:latin typeface="Aharoni"/>
              <a:cs typeface="Aharoni"/>
            </a:rPr>
            <a:t>*Ages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solidFill>
                <a:schemeClr val="accent1">
                  <a:lumMod val="75000"/>
                </a:schemeClr>
              </a:solidFill>
              <a:latin typeface="Aharoni"/>
              <a:cs typeface="Aharoni"/>
            </a:rPr>
            <a:t>*Job role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solidFill>
                <a:schemeClr val="accent1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rPr>
            <a:t>*Gender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solidFill>
                <a:schemeClr val="accent1">
                  <a:lumMod val="75000"/>
                </a:schemeClr>
              </a:solidFill>
              <a:latin typeface="Aharoni"/>
              <a:cs typeface="Aharoni"/>
            </a:rPr>
            <a:t>*Education Level</a:t>
          </a:r>
        </a:p>
      </dsp:txBody>
      <dsp:txXfrm>
        <a:off x="1653121" y="907196"/>
        <a:ext cx="10654995" cy="2829946"/>
      </dsp:txXfrm>
    </dsp:sp>
    <dsp:sp modelId="{D4BA5D45-0A9C-4825-B568-940C4FBBA058}">
      <dsp:nvSpPr>
        <dsp:cNvPr id="0" name=""/>
        <dsp:cNvSpPr/>
      </dsp:nvSpPr>
      <dsp:spPr>
        <a:xfrm>
          <a:off x="201867" y="870915"/>
          <a:ext cx="2902508" cy="290250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4F69C0D-CF42-4DC5-9E8B-587775C11CFA}">
      <dsp:nvSpPr>
        <dsp:cNvPr id="0" name=""/>
        <dsp:cNvSpPr/>
      </dsp:nvSpPr>
      <dsp:spPr>
        <a:xfrm>
          <a:off x="1653121" y="4644826"/>
          <a:ext cx="10654995" cy="232200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4309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solidFill>
                <a:schemeClr val="accent1">
                  <a:lumMod val="75000"/>
                </a:schemeClr>
              </a:solidFill>
              <a:latin typeface="Aharoni"/>
              <a:cs typeface="Aharoni"/>
            </a:rPr>
            <a:t>* Salary and satisfaction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solidFill>
                <a:schemeClr val="accent1">
                  <a:lumMod val="75000"/>
                </a:schemeClr>
              </a:solidFill>
              <a:latin typeface="Aharoni"/>
              <a:cs typeface="Aharoni"/>
            </a:rPr>
            <a:t>* Overtime and satisfaction</a:t>
          </a:r>
        </a:p>
      </dsp:txBody>
      <dsp:txXfrm>
        <a:off x="1653121" y="4644826"/>
        <a:ext cx="10654995" cy="2322007"/>
      </dsp:txXfrm>
    </dsp:sp>
    <dsp:sp modelId="{25041D34-146D-4E26-8F90-CBFA079E701D}">
      <dsp:nvSpPr>
        <dsp:cNvPr id="0" name=""/>
        <dsp:cNvSpPr/>
      </dsp:nvSpPr>
      <dsp:spPr>
        <a:xfrm>
          <a:off x="-116116" y="4354576"/>
          <a:ext cx="3538477" cy="290250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46F516-1CAF-4F7B-A530-CEB3E57E936A}">
      <dsp:nvSpPr>
        <dsp:cNvPr id="0" name=""/>
        <dsp:cNvSpPr/>
      </dsp:nvSpPr>
      <dsp:spPr>
        <a:xfrm>
          <a:off x="-4260072" y="-767234"/>
          <a:ext cx="5963740" cy="5963740"/>
        </a:xfrm>
        <a:prstGeom prst="blockArc">
          <a:avLst>
            <a:gd name="adj1" fmla="val 18900000"/>
            <a:gd name="adj2" fmla="val 2700000"/>
            <a:gd name="adj3" fmla="val 362"/>
          </a:avLst>
        </a:pr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A2B0F6-2E70-4C5C-8989-05FA4C96C2AB}">
      <dsp:nvSpPr>
        <dsp:cNvPr id="0" name=""/>
        <dsp:cNvSpPr/>
      </dsp:nvSpPr>
      <dsp:spPr>
        <a:xfrm>
          <a:off x="1671308" y="1141878"/>
          <a:ext cx="10647541" cy="214551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dk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5786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Aharoni"/>
              <a:cs typeface="Aharoni"/>
            </a:rPr>
            <a:t>     *Average monthly salary across the company.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Aharoni"/>
              <a:cs typeface="Aharoni"/>
            </a:rPr>
            <a:t>     * Salary differences by job role.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Aharoni"/>
              <a:cs typeface="Aharoni"/>
            </a:rPr>
            <a:t>     * Salary difference by education level.</a:t>
          </a:r>
        </a:p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Aharoni"/>
              <a:cs typeface="Aharoni"/>
            </a:rPr>
            <a:t>      *</a:t>
          </a:r>
          <a:r>
            <a:rPr lang="en-US" sz="2400" b="0" kern="1200">
              <a:solidFill>
                <a:srgbClr val="000000"/>
              </a:solidFill>
              <a:latin typeface="Calibri"/>
              <a:ea typeface="Calibri"/>
              <a:cs typeface="Calibri"/>
            </a:rPr>
            <a:t>Average monthly salary Per Department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Aharoni"/>
              <a:cs typeface="Aharoni"/>
            </a:rPr>
            <a:t>     *</a:t>
          </a:r>
          <a:r>
            <a:rPr lang="en-US" sz="2400" b="1" kern="1200">
              <a:solidFill>
                <a:srgbClr val="000000"/>
              </a:solidFill>
              <a:latin typeface="Calibri"/>
              <a:ea typeface="Calibri"/>
              <a:cs typeface="Calibri"/>
            </a:rPr>
            <a:t>Average monthly salary Per Department By State</a:t>
          </a:r>
        </a:p>
      </dsp:txBody>
      <dsp:txXfrm>
        <a:off x="1671308" y="1141878"/>
        <a:ext cx="10647541" cy="2145513"/>
      </dsp:txXfrm>
    </dsp:sp>
    <dsp:sp modelId="{D2A46D3C-F12D-48AA-A33D-2D529FB20E57}">
      <dsp:nvSpPr>
        <dsp:cNvPr id="0" name=""/>
        <dsp:cNvSpPr/>
      </dsp:nvSpPr>
      <dsp:spPr>
        <a:xfrm>
          <a:off x="-330362" y="873689"/>
          <a:ext cx="4003340" cy="2681892"/>
        </a:xfrm>
        <a:prstGeom prst="ellipse">
          <a:avLst/>
        </a:prstGeom>
        <a:gradFill rotWithShape="0">
          <a:gsLst>
            <a:gs pos="0">
              <a:schemeClr val="l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E73A19-1A31-4031-8A48-D9458741FBBE}">
      <dsp:nvSpPr>
        <dsp:cNvPr id="0" name=""/>
        <dsp:cNvSpPr/>
      </dsp:nvSpPr>
      <dsp:spPr>
        <a:xfrm>
          <a:off x="5224262" y="4111775"/>
          <a:ext cx="721692" cy="37148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60846" y="0"/>
              </a:lnTo>
              <a:lnTo>
                <a:pt x="360846" y="3714840"/>
              </a:lnTo>
              <a:lnTo>
                <a:pt x="721692" y="3714840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490501" y="5874588"/>
        <a:ext cx="189214" cy="189214"/>
      </dsp:txXfrm>
    </dsp:sp>
    <dsp:sp modelId="{227EE175-96F9-4694-AD1E-E84D2470C4DA}">
      <dsp:nvSpPr>
        <dsp:cNvPr id="0" name=""/>
        <dsp:cNvSpPr/>
      </dsp:nvSpPr>
      <dsp:spPr>
        <a:xfrm>
          <a:off x="5224262" y="4111775"/>
          <a:ext cx="721692" cy="26534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60846" y="0"/>
              </a:lnTo>
              <a:lnTo>
                <a:pt x="360846" y="2653457"/>
              </a:lnTo>
              <a:lnTo>
                <a:pt x="721692" y="2653457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5516362" y="5369757"/>
        <a:ext cx="137492" cy="137492"/>
      </dsp:txXfrm>
    </dsp:sp>
    <dsp:sp modelId="{76C471C3-CD26-48B1-88D9-20C0D28199FE}">
      <dsp:nvSpPr>
        <dsp:cNvPr id="0" name=""/>
        <dsp:cNvSpPr/>
      </dsp:nvSpPr>
      <dsp:spPr>
        <a:xfrm>
          <a:off x="5224262" y="4111775"/>
          <a:ext cx="721692" cy="15920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60846" y="0"/>
              </a:lnTo>
              <a:lnTo>
                <a:pt x="360846" y="1592074"/>
              </a:lnTo>
              <a:lnTo>
                <a:pt x="721692" y="1592074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5541408" y="4864112"/>
        <a:ext cx="87400" cy="87400"/>
      </dsp:txXfrm>
    </dsp:sp>
    <dsp:sp modelId="{5BA58CD2-A04A-4FE0-988E-066B168C19B8}">
      <dsp:nvSpPr>
        <dsp:cNvPr id="0" name=""/>
        <dsp:cNvSpPr/>
      </dsp:nvSpPr>
      <dsp:spPr>
        <a:xfrm>
          <a:off x="5224262" y="4111775"/>
          <a:ext cx="721692" cy="5306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60846" y="0"/>
              </a:lnTo>
              <a:lnTo>
                <a:pt x="360846" y="530691"/>
              </a:lnTo>
              <a:lnTo>
                <a:pt x="721692" y="530691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62713" y="4354726"/>
        <a:ext cx="44790" cy="44790"/>
      </dsp:txXfrm>
    </dsp:sp>
    <dsp:sp modelId="{885666DC-AD7B-463F-BA6E-9B99FA241CD8}">
      <dsp:nvSpPr>
        <dsp:cNvPr id="0" name=""/>
        <dsp:cNvSpPr/>
      </dsp:nvSpPr>
      <dsp:spPr>
        <a:xfrm>
          <a:off x="5224262" y="3581084"/>
          <a:ext cx="721692" cy="530691"/>
        </a:xfrm>
        <a:custGeom>
          <a:avLst/>
          <a:gdLst/>
          <a:ahLst/>
          <a:cxnLst/>
          <a:rect l="0" t="0" r="0" b="0"/>
          <a:pathLst>
            <a:path>
              <a:moveTo>
                <a:pt x="0" y="530691"/>
              </a:moveTo>
              <a:lnTo>
                <a:pt x="360846" y="530691"/>
              </a:lnTo>
              <a:lnTo>
                <a:pt x="360846" y="0"/>
              </a:lnTo>
              <a:lnTo>
                <a:pt x="721692" y="0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62713" y="3824034"/>
        <a:ext cx="44790" cy="44790"/>
      </dsp:txXfrm>
    </dsp:sp>
    <dsp:sp modelId="{7445A50E-DFD4-4FF9-8E99-04A3EF3147F6}">
      <dsp:nvSpPr>
        <dsp:cNvPr id="0" name=""/>
        <dsp:cNvSpPr/>
      </dsp:nvSpPr>
      <dsp:spPr>
        <a:xfrm>
          <a:off x="5224262" y="2519701"/>
          <a:ext cx="721692" cy="1592074"/>
        </a:xfrm>
        <a:custGeom>
          <a:avLst/>
          <a:gdLst/>
          <a:ahLst/>
          <a:cxnLst/>
          <a:rect l="0" t="0" r="0" b="0"/>
          <a:pathLst>
            <a:path>
              <a:moveTo>
                <a:pt x="0" y="1592074"/>
              </a:moveTo>
              <a:lnTo>
                <a:pt x="360846" y="1592074"/>
              </a:lnTo>
              <a:lnTo>
                <a:pt x="360846" y="0"/>
              </a:lnTo>
              <a:lnTo>
                <a:pt x="721692" y="0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5541408" y="3272038"/>
        <a:ext cx="87400" cy="87400"/>
      </dsp:txXfrm>
    </dsp:sp>
    <dsp:sp modelId="{450D49FD-D5FE-464C-B0D7-DC6E1E4F4213}">
      <dsp:nvSpPr>
        <dsp:cNvPr id="0" name=""/>
        <dsp:cNvSpPr/>
      </dsp:nvSpPr>
      <dsp:spPr>
        <a:xfrm>
          <a:off x="5224262" y="1458318"/>
          <a:ext cx="721692" cy="2653457"/>
        </a:xfrm>
        <a:custGeom>
          <a:avLst/>
          <a:gdLst/>
          <a:ahLst/>
          <a:cxnLst/>
          <a:rect l="0" t="0" r="0" b="0"/>
          <a:pathLst>
            <a:path>
              <a:moveTo>
                <a:pt x="0" y="2653457"/>
              </a:moveTo>
              <a:lnTo>
                <a:pt x="360846" y="2653457"/>
              </a:lnTo>
              <a:lnTo>
                <a:pt x="360846" y="0"/>
              </a:lnTo>
              <a:lnTo>
                <a:pt x="721692" y="0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5516362" y="2716300"/>
        <a:ext cx="137492" cy="137492"/>
      </dsp:txXfrm>
    </dsp:sp>
    <dsp:sp modelId="{5D88408F-E434-4F33-8875-53EE799E2721}">
      <dsp:nvSpPr>
        <dsp:cNvPr id="0" name=""/>
        <dsp:cNvSpPr/>
      </dsp:nvSpPr>
      <dsp:spPr>
        <a:xfrm>
          <a:off x="5224262" y="396935"/>
          <a:ext cx="721692" cy="3714840"/>
        </a:xfrm>
        <a:custGeom>
          <a:avLst/>
          <a:gdLst/>
          <a:ahLst/>
          <a:cxnLst/>
          <a:rect l="0" t="0" r="0" b="0"/>
          <a:pathLst>
            <a:path>
              <a:moveTo>
                <a:pt x="0" y="3714840"/>
              </a:moveTo>
              <a:lnTo>
                <a:pt x="360846" y="3714840"/>
              </a:lnTo>
              <a:lnTo>
                <a:pt x="360846" y="0"/>
              </a:lnTo>
              <a:lnTo>
                <a:pt x="721692" y="0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490501" y="2159748"/>
        <a:ext cx="189214" cy="189214"/>
      </dsp:txXfrm>
    </dsp:sp>
    <dsp:sp modelId="{44B620B6-2CB7-41AE-8BD2-CFAC2A51A1E0}">
      <dsp:nvSpPr>
        <dsp:cNvPr id="0" name=""/>
        <dsp:cNvSpPr/>
      </dsp:nvSpPr>
      <dsp:spPr>
        <a:xfrm rot="16200000">
          <a:off x="2219256" y="3561705"/>
          <a:ext cx="4909870" cy="110014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1" kern="1200">
              <a:latin typeface="Bookman Old Style"/>
            </a:rPr>
            <a:t>Attrition</a:t>
          </a:r>
        </a:p>
      </dsp:txBody>
      <dsp:txXfrm>
        <a:off x="2219256" y="3561705"/>
        <a:ext cx="4909870" cy="1100140"/>
      </dsp:txXfrm>
    </dsp:sp>
    <dsp:sp modelId="{047435AB-0BA8-4C99-8A06-F94E327BF39F}">
      <dsp:nvSpPr>
        <dsp:cNvPr id="0" name=""/>
        <dsp:cNvSpPr/>
      </dsp:nvSpPr>
      <dsp:spPr>
        <a:xfrm>
          <a:off x="5945954" y="3761"/>
          <a:ext cx="5627432" cy="78634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solidFill>
                <a:schemeClr val="tx2">
                  <a:lumMod val="76000"/>
                </a:schemeClr>
              </a:solidFill>
              <a:latin typeface="Bookman Old Style"/>
            </a:rPr>
            <a:t>Competitive salaries </a:t>
          </a:r>
        </a:p>
      </dsp:txBody>
      <dsp:txXfrm>
        <a:off x="5945954" y="3761"/>
        <a:ext cx="5627432" cy="786347"/>
      </dsp:txXfrm>
    </dsp:sp>
    <dsp:sp modelId="{C84ED137-7845-4DA9-9E4C-E92A41146C32}">
      <dsp:nvSpPr>
        <dsp:cNvPr id="0" name=""/>
        <dsp:cNvSpPr/>
      </dsp:nvSpPr>
      <dsp:spPr>
        <a:xfrm>
          <a:off x="5945954" y="1065144"/>
          <a:ext cx="5583048" cy="78634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solidFill>
                <a:schemeClr val="tx2">
                  <a:lumMod val="76000"/>
                </a:schemeClr>
              </a:solidFill>
              <a:latin typeface="Bookman Old Style"/>
            </a:rPr>
            <a:t>Remote work / Flexible</a:t>
          </a:r>
        </a:p>
      </dsp:txBody>
      <dsp:txXfrm>
        <a:off x="5945954" y="1065144"/>
        <a:ext cx="5583048" cy="786347"/>
      </dsp:txXfrm>
    </dsp:sp>
    <dsp:sp modelId="{E8D6E8E4-31AB-4050-9A6D-085A791EFC68}">
      <dsp:nvSpPr>
        <dsp:cNvPr id="0" name=""/>
        <dsp:cNvSpPr/>
      </dsp:nvSpPr>
      <dsp:spPr>
        <a:xfrm>
          <a:off x="5945954" y="2126527"/>
          <a:ext cx="5583048" cy="78634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solidFill>
                <a:schemeClr val="tx2">
                  <a:lumMod val="76000"/>
                </a:schemeClr>
              </a:solidFill>
              <a:latin typeface="Bookman Old Style"/>
            </a:rPr>
            <a:t>Career progression</a:t>
          </a:r>
          <a:endParaRPr lang="en-US" sz="4500" kern="1200">
            <a:solidFill>
              <a:schemeClr val="tx2">
                <a:lumMod val="76000"/>
              </a:schemeClr>
            </a:solidFill>
            <a:latin typeface="Bookman Old Style"/>
          </a:endParaRPr>
        </a:p>
      </dsp:txBody>
      <dsp:txXfrm>
        <a:off x="5945954" y="2126527"/>
        <a:ext cx="5583048" cy="786347"/>
      </dsp:txXfrm>
    </dsp:sp>
    <dsp:sp modelId="{D0015EDA-FBC8-4B61-9B87-79DF8DEABE5C}">
      <dsp:nvSpPr>
        <dsp:cNvPr id="0" name=""/>
        <dsp:cNvSpPr/>
      </dsp:nvSpPr>
      <dsp:spPr>
        <a:xfrm>
          <a:off x="5945954" y="3187910"/>
          <a:ext cx="5583048" cy="78634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>
              <a:solidFill>
                <a:schemeClr val="tx2">
                  <a:lumMod val="76000"/>
                </a:schemeClr>
              </a:solidFill>
              <a:latin typeface="Bookman Old Style"/>
            </a:rPr>
            <a:t>Conduct exit interviews</a:t>
          </a:r>
        </a:p>
      </dsp:txBody>
      <dsp:txXfrm>
        <a:off x="5945954" y="3187910"/>
        <a:ext cx="5583048" cy="786347"/>
      </dsp:txXfrm>
    </dsp:sp>
    <dsp:sp modelId="{FE28A636-5539-4B5E-8898-B9C624DFBC97}">
      <dsp:nvSpPr>
        <dsp:cNvPr id="0" name=""/>
        <dsp:cNvSpPr/>
      </dsp:nvSpPr>
      <dsp:spPr>
        <a:xfrm>
          <a:off x="5945954" y="4249293"/>
          <a:ext cx="5583048" cy="78634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>
              <a:solidFill>
                <a:schemeClr val="tx2">
                  <a:lumMod val="76000"/>
                </a:schemeClr>
              </a:solidFill>
              <a:latin typeface="Bookman Old Style"/>
            </a:rPr>
            <a:t>Work-load analysis</a:t>
          </a:r>
        </a:p>
      </dsp:txBody>
      <dsp:txXfrm>
        <a:off x="5945954" y="4249293"/>
        <a:ext cx="5583048" cy="786347"/>
      </dsp:txXfrm>
    </dsp:sp>
    <dsp:sp modelId="{E6C9D5AE-2796-4BBD-A34D-F375EBC8D73C}">
      <dsp:nvSpPr>
        <dsp:cNvPr id="0" name=""/>
        <dsp:cNvSpPr/>
      </dsp:nvSpPr>
      <dsp:spPr>
        <a:xfrm>
          <a:off x="5945954" y="5310676"/>
          <a:ext cx="5583048" cy="78634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>
              <a:solidFill>
                <a:schemeClr val="tx2">
                  <a:lumMod val="76000"/>
                </a:schemeClr>
              </a:solidFill>
              <a:latin typeface="Bookman Old Style"/>
            </a:rPr>
            <a:t>Mental health </a:t>
          </a:r>
        </a:p>
      </dsp:txBody>
      <dsp:txXfrm>
        <a:off x="5945954" y="5310676"/>
        <a:ext cx="5583048" cy="786347"/>
      </dsp:txXfrm>
    </dsp:sp>
    <dsp:sp modelId="{9A81B911-C204-4128-BC4F-7A88C789A328}">
      <dsp:nvSpPr>
        <dsp:cNvPr id="0" name=""/>
        <dsp:cNvSpPr/>
      </dsp:nvSpPr>
      <dsp:spPr>
        <a:xfrm>
          <a:off x="5945954" y="6372058"/>
          <a:ext cx="5583048" cy="78634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>
              <a:solidFill>
                <a:schemeClr val="tx2">
                  <a:lumMod val="76000"/>
                </a:schemeClr>
              </a:solidFill>
              <a:latin typeface="Bookman Old Style"/>
            </a:rPr>
            <a:t>Health &amp; social insurance </a:t>
          </a:r>
        </a:p>
      </dsp:txBody>
      <dsp:txXfrm>
        <a:off x="5945954" y="6372058"/>
        <a:ext cx="5583048" cy="786347"/>
      </dsp:txXfrm>
    </dsp:sp>
    <dsp:sp modelId="{62AE86D7-EC7D-4D3D-BA5C-406AECBED493}">
      <dsp:nvSpPr>
        <dsp:cNvPr id="0" name=""/>
        <dsp:cNvSpPr/>
      </dsp:nvSpPr>
      <dsp:spPr>
        <a:xfrm>
          <a:off x="5945954" y="7433441"/>
          <a:ext cx="5583048" cy="78634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>
              <a:solidFill>
                <a:schemeClr val="tx2">
                  <a:lumMod val="76000"/>
                </a:schemeClr>
              </a:solidFill>
              <a:latin typeface="Bookman Old Style"/>
            </a:rPr>
            <a:t>Conduct satisfaction </a:t>
          </a:r>
        </a:p>
      </dsp:txBody>
      <dsp:txXfrm>
        <a:off x="5945954" y="7433441"/>
        <a:ext cx="5583048" cy="78634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723449-729C-4C61-9BE0-48C74A5E2DE3}">
      <dsp:nvSpPr>
        <dsp:cNvPr id="0" name=""/>
        <dsp:cNvSpPr/>
      </dsp:nvSpPr>
      <dsp:spPr>
        <a:xfrm>
          <a:off x="8190626" y="4011656"/>
          <a:ext cx="6795029" cy="8084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0937"/>
              </a:lnTo>
              <a:lnTo>
                <a:pt x="6795029" y="550937"/>
              </a:lnTo>
              <a:lnTo>
                <a:pt x="6795029" y="808454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F35C4A-4A6D-401F-87C7-CCBDFEAB2145}">
      <dsp:nvSpPr>
        <dsp:cNvPr id="0" name=""/>
        <dsp:cNvSpPr/>
      </dsp:nvSpPr>
      <dsp:spPr>
        <a:xfrm>
          <a:off x="8190626" y="4011656"/>
          <a:ext cx="3397514" cy="8084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0937"/>
              </a:lnTo>
              <a:lnTo>
                <a:pt x="3397514" y="550937"/>
              </a:lnTo>
              <a:lnTo>
                <a:pt x="3397514" y="808454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F51025-4ABB-4E73-B160-FF4CE498B4BA}">
      <dsp:nvSpPr>
        <dsp:cNvPr id="0" name=""/>
        <dsp:cNvSpPr/>
      </dsp:nvSpPr>
      <dsp:spPr>
        <a:xfrm>
          <a:off x="8144906" y="4011656"/>
          <a:ext cx="91440" cy="80845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08454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54407C-A79C-456E-A7A7-C72708531AD0}">
      <dsp:nvSpPr>
        <dsp:cNvPr id="0" name=""/>
        <dsp:cNvSpPr/>
      </dsp:nvSpPr>
      <dsp:spPr>
        <a:xfrm>
          <a:off x="4793111" y="4011656"/>
          <a:ext cx="3397514" cy="808454"/>
        </a:xfrm>
        <a:custGeom>
          <a:avLst/>
          <a:gdLst/>
          <a:ahLst/>
          <a:cxnLst/>
          <a:rect l="0" t="0" r="0" b="0"/>
          <a:pathLst>
            <a:path>
              <a:moveTo>
                <a:pt x="3397514" y="0"/>
              </a:moveTo>
              <a:lnTo>
                <a:pt x="3397514" y="550937"/>
              </a:lnTo>
              <a:lnTo>
                <a:pt x="0" y="550937"/>
              </a:lnTo>
              <a:lnTo>
                <a:pt x="0" y="808454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16EA7E-A02B-4CFD-91C4-65EDF4F57A94}">
      <dsp:nvSpPr>
        <dsp:cNvPr id="0" name=""/>
        <dsp:cNvSpPr/>
      </dsp:nvSpPr>
      <dsp:spPr>
        <a:xfrm>
          <a:off x="1395596" y="4011656"/>
          <a:ext cx="6795029" cy="808454"/>
        </a:xfrm>
        <a:custGeom>
          <a:avLst/>
          <a:gdLst/>
          <a:ahLst/>
          <a:cxnLst/>
          <a:rect l="0" t="0" r="0" b="0"/>
          <a:pathLst>
            <a:path>
              <a:moveTo>
                <a:pt x="6795029" y="0"/>
              </a:moveTo>
              <a:lnTo>
                <a:pt x="6795029" y="550937"/>
              </a:lnTo>
              <a:lnTo>
                <a:pt x="0" y="550937"/>
              </a:lnTo>
              <a:lnTo>
                <a:pt x="0" y="808454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322AE8-04F5-4C88-9637-245DC44A15DF}">
      <dsp:nvSpPr>
        <dsp:cNvPr id="0" name=""/>
        <dsp:cNvSpPr/>
      </dsp:nvSpPr>
      <dsp:spPr>
        <a:xfrm>
          <a:off x="5949216" y="1753341"/>
          <a:ext cx="4482819" cy="225831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86DEA75-52D5-4826-B2E4-6C376239F7B0}">
      <dsp:nvSpPr>
        <dsp:cNvPr id="0" name=""/>
        <dsp:cNvSpPr/>
      </dsp:nvSpPr>
      <dsp:spPr>
        <a:xfrm>
          <a:off x="6258081" y="2046763"/>
          <a:ext cx="4482819" cy="22583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b="1" kern="1200" dirty="0">
              <a:latin typeface="Bodoni MT"/>
            </a:rPr>
            <a:t>Performance </a:t>
          </a:r>
        </a:p>
      </dsp:txBody>
      <dsp:txXfrm>
        <a:off x="6324225" y="2112907"/>
        <a:ext cx="4350531" cy="2126026"/>
      </dsp:txXfrm>
    </dsp:sp>
    <dsp:sp modelId="{91DB657A-9AC1-450B-B0E4-5091EB04BF3C}">
      <dsp:nvSpPr>
        <dsp:cNvPr id="0" name=""/>
        <dsp:cNvSpPr/>
      </dsp:nvSpPr>
      <dsp:spPr>
        <a:xfrm>
          <a:off x="5704" y="4820110"/>
          <a:ext cx="2779784" cy="176516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57AEAD2-2A91-4628-BEC7-AC6B2191B3C9}">
      <dsp:nvSpPr>
        <dsp:cNvPr id="0" name=""/>
        <dsp:cNvSpPr/>
      </dsp:nvSpPr>
      <dsp:spPr>
        <a:xfrm>
          <a:off x="314569" y="5113532"/>
          <a:ext cx="2779784" cy="1765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Bodoni MT"/>
            </a:rPr>
            <a:t>Enhance training &amp; development</a:t>
          </a:r>
        </a:p>
      </dsp:txBody>
      <dsp:txXfrm>
        <a:off x="366269" y="5165232"/>
        <a:ext cx="2676384" cy="1661763"/>
      </dsp:txXfrm>
    </dsp:sp>
    <dsp:sp modelId="{F355B7CF-9BCB-4CEE-AD9D-84285DE264A5}">
      <dsp:nvSpPr>
        <dsp:cNvPr id="0" name=""/>
        <dsp:cNvSpPr/>
      </dsp:nvSpPr>
      <dsp:spPr>
        <a:xfrm>
          <a:off x="3403219" y="4820110"/>
          <a:ext cx="2779784" cy="176516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864FA28-772C-4B91-AA89-820785FCB63E}">
      <dsp:nvSpPr>
        <dsp:cNvPr id="0" name=""/>
        <dsp:cNvSpPr/>
      </dsp:nvSpPr>
      <dsp:spPr>
        <a:xfrm>
          <a:off x="3712084" y="5113532"/>
          <a:ext cx="2779784" cy="1765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>
              <a:latin typeface="Bodoni MT"/>
            </a:rPr>
            <a:t>Regular feedback loops</a:t>
          </a:r>
        </a:p>
      </dsp:txBody>
      <dsp:txXfrm>
        <a:off x="3763784" y="5165232"/>
        <a:ext cx="2676384" cy="1661763"/>
      </dsp:txXfrm>
    </dsp:sp>
    <dsp:sp modelId="{DF5303FC-D0D1-4E80-9C06-36C24FB32AFA}">
      <dsp:nvSpPr>
        <dsp:cNvPr id="0" name=""/>
        <dsp:cNvSpPr/>
      </dsp:nvSpPr>
      <dsp:spPr>
        <a:xfrm>
          <a:off x="6800733" y="4820110"/>
          <a:ext cx="2779784" cy="176516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8480CD3-26CF-49E6-B69C-A2E91C778482}">
      <dsp:nvSpPr>
        <dsp:cNvPr id="0" name=""/>
        <dsp:cNvSpPr/>
      </dsp:nvSpPr>
      <dsp:spPr>
        <a:xfrm>
          <a:off x="7109598" y="5113532"/>
          <a:ext cx="2779784" cy="1765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Bodoni MT"/>
            </a:rPr>
            <a:t>Retention programs </a:t>
          </a:r>
        </a:p>
      </dsp:txBody>
      <dsp:txXfrm>
        <a:off x="7161298" y="5165232"/>
        <a:ext cx="2676384" cy="1661763"/>
      </dsp:txXfrm>
    </dsp:sp>
    <dsp:sp modelId="{E15DC09A-E5AD-4AF7-94D3-D43F6081ADFD}">
      <dsp:nvSpPr>
        <dsp:cNvPr id="0" name=""/>
        <dsp:cNvSpPr/>
      </dsp:nvSpPr>
      <dsp:spPr>
        <a:xfrm>
          <a:off x="10198248" y="4820110"/>
          <a:ext cx="2779784" cy="176516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0992A28-005F-4817-8AF8-DE8F55D633F5}">
      <dsp:nvSpPr>
        <dsp:cNvPr id="0" name=""/>
        <dsp:cNvSpPr/>
      </dsp:nvSpPr>
      <dsp:spPr>
        <a:xfrm>
          <a:off x="10507113" y="5113532"/>
          <a:ext cx="2779784" cy="1765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Bodoni MT"/>
            </a:rPr>
            <a:t>Recognize and reward high performing employees</a:t>
          </a:r>
        </a:p>
      </dsp:txBody>
      <dsp:txXfrm>
        <a:off x="10558813" y="5165232"/>
        <a:ext cx="2676384" cy="1661763"/>
      </dsp:txXfrm>
    </dsp:sp>
    <dsp:sp modelId="{956268D0-0056-41F6-BA9D-F364A463C65D}">
      <dsp:nvSpPr>
        <dsp:cNvPr id="0" name=""/>
        <dsp:cNvSpPr/>
      </dsp:nvSpPr>
      <dsp:spPr>
        <a:xfrm>
          <a:off x="13595762" y="4820110"/>
          <a:ext cx="2779784" cy="176516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95029BA-40F0-411D-A5EF-C0B370A540C5}">
      <dsp:nvSpPr>
        <dsp:cNvPr id="0" name=""/>
        <dsp:cNvSpPr/>
      </dsp:nvSpPr>
      <dsp:spPr>
        <a:xfrm>
          <a:off x="13904627" y="5113532"/>
          <a:ext cx="2779784" cy="176516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Bodoni MT"/>
            </a:rPr>
            <a:t>Older employees as consultants </a:t>
          </a:r>
        </a:p>
      </dsp:txBody>
      <dsp:txXfrm>
        <a:off x="13956327" y="5165232"/>
        <a:ext cx="2676384" cy="16617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17EF5-541F-4C3D-A814-51EB2502885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8DAC7-2445-4476-A18A-A0BA75B29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038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8DAC7-2445-4476-A18A-A0BA75B2938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262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CB287-BB6E-6E3C-31D8-8A247A01B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856FF-455A-2A4D-EA6D-5C574D212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A9B75-C9B0-5AE0-F57A-E248D6FCC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D7AA5-5B54-8A44-51F8-71037FFD8F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8DAC7-2445-4476-A18A-A0BA75B2938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826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14E17-BA18-EF61-B151-9206437E9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2D39BB-BA07-E323-41A5-51343617D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B802E6-A22B-5ED8-71AB-9F785CC6B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8D680-E552-F9F1-1FD2-EA478B6B2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8DAC7-2445-4476-A18A-A0BA75B2938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957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A5D88-1916-F60A-7FBC-B90BE91FF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15420D-D28D-FFED-F51B-F999001368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E68078-9BAE-203A-3BD7-605E40AC1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0CE2F-D064-1E64-4208-A59FC503B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8DAC7-2445-4476-A18A-A0BA75B2938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6074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CF34A-58C0-C398-4940-B66727590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2F30B3-C4BA-4F6A-B1BB-71DCC0A70E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50763C-CED3-4D58-2489-7F6DEDF1D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3683D-A88E-4FB0-A31B-498BD086B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8DAC7-2445-4476-A18A-A0BA75B2938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89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43353-2175-E67F-48CE-2DFD074D8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3247AE-6008-109B-3F31-53FB3D61D2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31BFDD-3004-7136-8D12-634DA6ED7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518E5-95C2-4D44-4143-99E37268B0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A8DAC7-2445-4476-A18A-A0BA75B2938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60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FD9EF-BD8D-A75B-0FF4-52A83096D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AF9EC7-3555-6B89-92EA-5030C43B3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A73429-4BB0-0A82-DA2C-2D37CB2BE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F283D-3A26-4B6C-A605-B168B18506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A8DAC7-2445-4476-A18A-A0BA75B2938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6217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2E3D1-351B-7B19-C442-A8A36E4DE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96A0CF-0531-4AC5-6BBB-9D2A66971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47B894-FD29-FC94-F489-F39500AA6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FA02F-7E06-752A-1511-90FC311881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A8DAC7-2445-4476-A18A-A0BA75B2938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377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8DF76-7764-E5C5-A5B6-BF8211393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6FB890-4DC2-9E2D-AC43-67C3CAC8D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33AD62-E6C4-024B-1218-39D400608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1BDC8-01B9-1B5F-C7A2-521D23ECE3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A8DAC7-2445-4476-A18A-A0BA75B2938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410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12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5.png"/><Relationship Id="rId5" Type="http://schemas.openxmlformats.org/officeDocument/2006/relationships/image" Target="../media/image6.svg"/><Relationship Id="rId10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5.png"/><Relationship Id="rId10" Type="http://schemas.openxmlformats.org/officeDocument/2006/relationships/image" Target="../media/image23.svg"/><Relationship Id="rId4" Type="http://schemas.openxmlformats.org/officeDocument/2006/relationships/image" Target="../media/image19.sv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3" Type="http://schemas.openxmlformats.org/officeDocument/2006/relationships/image" Target="../media/image25.svg"/><Relationship Id="rId7" Type="http://schemas.openxmlformats.org/officeDocument/2006/relationships/image" Target="../media/image2.svg"/><Relationship Id="rId12" Type="http://schemas.openxmlformats.org/officeDocument/2006/relationships/image" Target="../media/image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8.svg"/><Relationship Id="rId5" Type="http://schemas.openxmlformats.org/officeDocument/2006/relationships/image" Target="../media/image27.svg"/><Relationship Id="rId10" Type="http://schemas.openxmlformats.org/officeDocument/2006/relationships/image" Target="../media/image7.png"/><Relationship Id="rId4" Type="http://schemas.openxmlformats.org/officeDocument/2006/relationships/image" Target="../media/image26.png"/><Relationship Id="rId9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9.png"/><Relationship Id="rId3" Type="http://schemas.openxmlformats.org/officeDocument/2006/relationships/image" Target="../media/image25.svg"/><Relationship Id="rId7" Type="http://schemas.openxmlformats.org/officeDocument/2006/relationships/image" Target="../media/image6.svg"/><Relationship Id="rId12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2.svg"/><Relationship Id="rId15" Type="http://schemas.openxmlformats.org/officeDocument/2006/relationships/image" Target="../media/image31.png"/><Relationship Id="rId10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8.svg"/><Relationship Id="rId1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microsoft.com/office/2007/relationships/hdphoto" Target="../media/hdphoto1.wdp"/><Relationship Id="rId5" Type="http://schemas.openxmlformats.org/officeDocument/2006/relationships/image" Target="../media/image6.svg"/><Relationship Id="rId10" Type="http://schemas.openxmlformats.org/officeDocument/2006/relationships/image" Target="../media/image32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diagramQuickStyle" Target="../diagrams/quickStyle1.xml"/><Relationship Id="rId18" Type="http://schemas.openxmlformats.org/officeDocument/2006/relationships/image" Target="../media/image37.png"/><Relationship Id="rId26" Type="http://schemas.openxmlformats.org/officeDocument/2006/relationships/image" Target="../media/image40.png"/><Relationship Id="rId3" Type="http://schemas.openxmlformats.org/officeDocument/2006/relationships/image" Target="../media/image19.svg"/><Relationship Id="rId21" Type="http://schemas.openxmlformats.org/officeDocument/2006/relationships/diagramData" Target="../diagrams/data2.xml"/><Relationship Id="rId7" Type="http://schemas.openxmlformats.org/officeDocument/2006/relationships/image" Target="../media/image21.svg"/><Relationship Id="rId12" Type="http://schemas.openxmlformats.org/officeDocument/2006/relationships/diagramLayout" Target="../diagrams/layout1.xml"/><Relationship Id="rId17" Type="http://schemas.openxmlformats.org/officeDocument/2006/relationships/image" Target="../media/image36.png"/><Relationship Id="rId25" Type="http://schemas.microsoft.com/office/2007/relationships/diagramDrawing" Target="../diagrams/drawing2.xml"/><Relationship Id="rId2" Type="http://schemas.openxmlformats.org/officeDocument/2006/relationships/image" Target="../media/image1.png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diagramData" Target="../diagrams/data1.xml"/><Relationship Id="rId24" Type="http://schemas.openxmlformats.org/officeDocument/2006/relationships/diagramColors" Target="../diagrams/colors2.xml"/><Relationship Id="rId5" Type="http://schemas.openxmlformats.org/officeDocument/2006/relationships/image" Target="../media/image20.svg"/><Relationship Id="rId15" Type="http://schemas.microsoft.com/office/2007/relationships/diagramDrawing" Target="../diagrams/drawing1.xml"/><Relationship Id="rId23" Type="http://schemas.openxmlformats.org/officeDocument/2006/relationships/diagramQuickStyle" Target="../diagrams/quickStyle2.xml"/><Relationship Id="rId10" Type="http://schemas.openxmlformats.org/officeDocument/2006/relationships/image" Target="../media/image34.png"/><Relationship Id="rId19" Type="http://schemas.openxmlformats.org/officeDocument/2006/relationships/image" Target="../media/image38.png"/><Relationship Id="rId4" Type="http://schemas.openxmlformats.org/officeDocument/2006/relationships/image" Target="../media/image5.png"/><Relationship Id="rId9" Type="http://schemas.openxmlformats.org/officeDocument/2006/relationships/image" Target="../media/image33.svg"/><Relationship Id="rId14" Type="http://schemas.openxmlformats.org/officeDocument/2006/relationships/diagramColors" Target="../diagrams/colors1.xml"/><Relationship Id="rId22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microsoft.com/office/2007/relationships/hdphoto" Target="../media/hdphoto2.wdp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25.svg"/><Relationship Id="rId15" Type="http://schemas.microsoft.com/office/2007/relationships/hdphoto" Target="../media/hdphoto3.wdp"/><Relationship Id="rId10" Type="http://schemas.openxmlformats.org/officeDocument/2006/relationships/image" Target="../media/image9.png"/><Relationship Id="rId4" Type="http://schemas.openxmlformats.org/officeDocument/2006/relationships/image" Target="../media/image24.png"/><Relationship Id="rId9" Type="http://schemas.openxmlformats.org/officeDocument/2006/relationships/image" Target="../media/image8.svg"/><Relationship Id="rId1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microsoft.com/office/2007/relationships/hdphoto" Target="../media/hdphoto2.wdp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25.svg"/><Relationship Id="rId15" Type="http://schemas.microsoft.com/office/2007/relationships/hdphoto" Target="../media/hdphoto3.wdp"/><Relationship Id="rId10" Type="http://schemas.openxmlformats.org/officeDocument/2006/relationships/image" Target="../media/image9.png"/><Relationship Id="rId4" Type="http://schemas.openxmlformats.org/officeDocument/2006/relationships/image" Target="../media/image24.png"/><Relationship Id="rId9" Type="http://schemas.openxmlformats.org/officeDocument/2006/relationships/image" Target="../media/image8.svg"/><Relationship Id="rId1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microsoft.com/office/2007/relationships/hdphoto" Target="../media/hdphoto4.wdp"/><Relationship Id="rId5" Type="http://schemas.openxmlformats.org/officeDocument/2006/relationships/image" Target="../media/image6.svg"/><Relationship Id="rId10" Type="http://schemas.openxmlformats.org/officeDocument/2006/relationships/image" Target="../media/image43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diagramLayout" Target="../diagrams/layout3.xml"/><Relationship Id="rId3" Type="http://schemas.openxmlformats.org/officeDocument/2006/relationships/image" Target="../media/image19.svg"/><Relationship Id="rId7" Type="http://schemas.openxmlformats.org/officeDocument/2006/relationships/image" Target="../media/image21.svg"/><Relationship Id="rId12" Type="http://schemas.openxmlformats.org/officeDocument/2006/relationships/diagramData" Target="../diagrams/data3.xml"/><Relationship Id="rId2" Type="http://schemas.openxmlformats.org/officeDocument/2006/relationships/image" Target="../media/image1.png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46.png"/><Relationship Id="rId5" Type="http://schemas.openxmlformats.org/officeDocument/2006/relationships/image" Target="../media/image20.svg"/><Relationship Id="rId15" Type="http://schemas.openxmlformats.org/officeDocument/2006/relationships/diagramColors" Target="../diagrams/colors3.xml"/><Relationship Id="rId10" Type="http://schemas.openxmlformats.org/officeDocument/2006/relationships/image" Target="../media/image45.png"/><Relationship Id="rId4" Type="http://schemas.openxmlformats.org/officeDocument/2006/relationships/image" Target="../media/image5.png"/><Relationship Id="rId9" Type="http://schemas.openxmlformats.org/officeDocument/2006/relationships/image" Target="../media/image33.svg"/><Relationship Id="rId1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diagramQuickStyle" Target="../diagrams/quickStyle4.xml"/><Relationship Id="rId3" Type="http://schemas.openxmlformats.org/officeDocument/2006/relationships/image" Target="../media/image19.svg"/><Relationship Id="rId7" Type="http://schemas.openxmlformats.org/officeDocument/2006/relationships/image" Target="../media/image21.svg"/><Relationship Id="rId12" Type="http://schemas.openxmlformats.org/officeDocument/2006/relationships/diagramLayout" Target="../diagrams/layout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diagramData" Target="../diagrams/data4.xml"/><Relationship Id="rId5" Type="http://schemas.openxmlformats.org/officeDocument/2006/relationships/image" Target="../media/image20.svg"/><Relationship Id="rId15" Type="http://schemas.microsoft.com/office/2007/relationships/diagramDrawing" Target="../diagrams/drawing4.xml"/><Relationship Id="rId10" Type="http://schemas.openxmlformats.org/officeDocument/2006/relationships/image" Target="../media/image45.png"/><Relationship Id="rId4" Type="http://schemas.openxmlformats.org/officeDocument/2006/relationships/image" Target="../media/image5.png"/><Relationship Id="rId9" Type="http://schemas.openxmlformats.org/officeDocument/2006/relationships/image" Target="../media/image33.svg"/><Relationship Id="rId14" Type="http://schemas.openxmlformats.org/officeDocument/2006/relationships/diagramColors" Target="../diagrams/colors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diagramQuickStyle" Target="../diagrams/quickStyle5.xml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diagramLayout" Target="../diagrams/layout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diagramData" Target="../diagrams/data5.xml"/><Relationship Id="rId5" Type="http://schemas.openxmlformats.org/officeDocument/2006/relationships/image" Target="../media/image5.png"/><Relationship Id="rId15" Type="http://schemas.microsoft.com/office/2007/relationships/diagramDrawing" Target="../diagrams/drawing5.xml"/><Relationship Id="rId10" Type="http://schemas.openxmlformats.org/officeDocument/2006/relationships/image" Target="../media/image10.svg"/><Relationship Id="rId4" Type="http://schemas.openxmlformats.org/officeDocument/2006/relationships/image" Target="../media/image2.svg"/><Relationship Id="rId9" Type="http://schemas.openxmlformats.org/officeDocument/2006/relationships/image" Target="../media/image9.png"/><Relationship Id="rId14" Type="http://schemas.openxmlformats.org/officeDocument/2006/relationships/diagramColors" Target="../diagrams/colors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diagramQuickStyle" Target="../diagrams/quickStyle6.xml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diagramLayout" Target="../diagrams/layout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diagramData" Target="../diagrams/data6.xml"/><Relationship Id="rId5" Type="http://schemas.openxmlformats.org/officeDocument/2006/relationships/image" Target="../media/image5.png"/><Relationship Id="rId15" Type="http://schemas.microsoft.com/office/2007/relationships/diagramDrawing" Target="../diagrams/drawing6.xml"/><Relationship Id="rId10" Type="http://schemas.openxmlformats.org/officeDocument/2006/relationships/image" Target="../media/image10.svg"/><Relationship Id="rId4" Type="http://schemas.openxmlformats.org/officeDocument/2006/relationships/image" Target="../media/image2.svg"/><Relationship Id="rId9" Type="http://schemas.openxmlformats.org/officeDocument/2006/relationships/image" Target="../media/image9.png"/><Relationship Id="rId14" Type="http://schemas.openxmlformats.org/officeDocument/2006/relationships/diagramColors" Target="../diagrams/colors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diagramQuickStyle" Target="../diagrams/quickStyle7.xml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diagramLayout" Target="../diagrams/layout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diagramData" Target="../diagrams/data7.xml"/><Relationship Id="rId5" Type="http://schemas.openxmlformats.org/officeDocument/2006/relationships/image" Target="../media/image5.png"/><Relationship Id="rId15" Type="http://schemas.microsoft.com/office/2007/relationships/diagramDrawing" Target="../diagrams/drawing7.xml"/><Relationship Id="rId10" Type="http://schemas.openxmlformats.org/officeDocument/2006/relationships/image" Target="../media/image10.svg"/><Relationship Id="rId4" Type="http://schemas.openxmlformats.org/officeDocument/2006/relationships/image" Target="../media/image2.svg"/><Relationship Id="rId9" Type="http://schemas.openxmlformats.org/officeDocument/2006/relationships/image" Target="../media/image9.png"/><Relationship Id="rId14" Type="http://schemas.openxmlformats.org/officeDocument/2006/relationships/diagramColors" Target="../diagrams/colors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diagramQuickStyle" Target="../diagrams/quickStyle8.xml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diagramLayout" Target="../diagrams/layout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diagramData" Target="../diagrams/data8.xml"/><Relationship Id="rId5" Type="http://schemas.openxmlformats.org/officeDocument/2006/relationships/image" Target="../media/image5.png"/><Relationship Id="rId15" Type="http://schemas.microsoft.com/office/2007/relationships/diagramDrawing" Target="../diagrams/drawing8.xml"/><Relationship Id="rId10" Type="http://schemas.openxmlformats.org/officeDocument/2006/relationships/image" Target="../media/image10.svg"/><Relationship Id="rId4" Type="http://schemas.openxmlformats.org/officeDocument/2006/relationships/image" Target="../media/image2.svg"/><Relationship Id="rId9" Type="http://schemas.openxmlformats.org/officeDocument/2006/relationships/image" Target="../media/image9.png"/><Relationship Id="rId14" Type="http://schemas.openxmlformats.org/officeDocument/2006/relationships/diagramColors" Target="../diagrams/colors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hyperlink" Target="https://public.tableau.com/views/Attrition_17460495726300/AttritionAnalysis?:language=en-US&amp;publish=yes&amp;:sid=&amp;:redirect=auth&amp;:display_count=n&amp;:origin=viz_share_link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hyperlink" Target="https://public.tableau.com/views/Demo_17460486144410/EmployeeDemographics?:language=en-US&amp;publish=yes&amp;:sid=&amp;:redirect=auth&amp;:display_count=n&amp;:origin=viz_share_link" TargetMode="External"/><Relationship Id="rId2" Type="http://schemas.openxmlformats.org/officeDocument/2006/relationships/image" Target="../media/image1.png"/><Relationship Id="rId16" Type="http://schemas.openxmlformats.org/officeDocument/2006/relationships/hyperlink" Target="https://public.tableau.com/views/Salary_17460499266150/SalaryAnalysis?:language=en-US&amp;publish=yes&amp;:sid=&amp;:redirect=auth&amp;:display_count=n&amp;:origin=viz_share_link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48.png"/><Relationship Id="rId5" Type="http://schemas.openxmlformats.org/officeDocument/2006/relationships/image" Target="../media/image6.svg"/><Relationship Id="rId15" Type="http://schemas.openxmlformats.org/officeDocument/2006/relationships/hyperlink" Target="https://public.tableau.com/views/Performance_17460496988540/PerformanceAnalysis?:language=en-US&amp;publish=yes&amp;:sid=&amp;:redirect=auth&amp;:display_count=n&amp;:origin=viz_share_link" TargetMode="External"/><Relationship Id="rId10" Type="http://schemas.openxmlformats.org/officeDocument/2006/relationships/image" Target="../media/image47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hyperlink" Target="https://public.tableau.com/views/jobSatesfaction/JobSatisfactionAnalysis?:language=en-US&amp;publish=yes&amp;:sid=&amp;:redirect=auth&amp;:display_count=n&amp;:origin=viz_share_link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49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50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5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52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53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55.png"/><Relationship Id="rId3" Type="http://schemas.openxmlformats.org/officeDocument/2006/relationships/image" Target="../media/image25.svg"/><Relationship Id="rId7" Type="http://schemas.openxmlformats.org/officeDocument/2006/relationships/image" Target="../media/image6.svg"/><Relationship Id="rId12" Type="http://schemas.openxmlformats.org/officeDocument/2006/relationships/image" Target="../media/image5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2.svg"/><Relationship Id="rId15" Type="http://schemas.openxmlformats.org/officeDocument/2006/relationships/image" Target="../media/image57.png"/><Relationship Id="rId10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8.svg"/><Relationship Id="rId1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59.png"/><Relationship Id="rId3" Type="http://schemas.openxmlformats.org/officeDocument/2006/relationships/image" Target="../media/image25.svg"/><Relationship Id="rId7" Type="http://schemas.openxmlformats.org/officeDocument/2006/relationships/image" Target="../media/image6.svg"/><Relationship Id="rId12" Type="http://schemas.openxmlformats.org/officeDocument/2006/relationships/image" Target="../media/image5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2.svg"/><Relationship Id="rId15" Type="http://schemas.microsoft.com/office/2007/relationships/hdphoto" Target="../media/hdphoto5.wdp"/><Relationship Id="rId10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8.svg"/><Relationship Id="rId14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62.png"/><Relationship Id="rId3" Type="http://schemas.openxmlformats.org/officeDocument/2006/relationships/image" Target="../media/image25.svg"/><Relationship Id="rId7" Type="http://schemas.openxmlformats.org/officeDocument/2006/relationships/image" Target="../media/image6.svg"/><Relationship Id="rId12" Type="http://schemas.openxmlformats.org/officeDocument/2006/relationships/image" Target="../media/image6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2.svg"/><Relationship Id="rId10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8.svg"/><Relationship Id="rId14" Type="http://schemas.openxmlformats.org/officeDocument/2006/relationships/image" Target="../media/image6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diagramData" Target="../diagrams/data9.xml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microsoft.com/office/2007/relationships/hdphoto" Target="../media/hdphoto6.wdp"/><Relationship Id="rId17" Type="http://schemas.microsoft.com/office/2007/relationships/diagramDrawing" Target="../diagrams/drawing9.xml"/><Relationship Id="rId2" Type="http://schemas.openxmlformats.org/officeDocument/2006/relationships/image" Target="../media/image1.png"/><Relationship Id="rId16" Type="http://schemas.openxmlformats.org/officeDocument/2006/relationships/diagramColors" Target="../diagrams/colors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65.png"/><Relationship Id="rId5" Type="http://schemas.openxmlformats.org/officeDocument/2006/relationships/image" Target="../media/image6.svg"/><Relationship Id="rId15" Type="http://schemas.openxmlformats.org/officeDocument/2006/relationships/diagramQuickStyle" Target="../diagrams/quickStyle9.xml"/><Relationship Id="rId10" Type="http://schemas.openxmlformats.org/officeDocument/2006/relationships/image" Target="../media/image64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diagramLayout" Target="../diagrams/layout9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diagramColors" Target="../diagrams/colors10.xml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diagramQuickStyle" Target="../diagrams/quickStyle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diagramLayout" Target="../diagrams/layout10.xml"/><Relationship Id="rId5" Type="http://schemas.openxmlformats.org/officeDocument/2006/relationships/image" Target="../media/image6.svg"/><Relationship Id="rId10" Type="http://schemas.openxmlformats.org/officeDocument/2006/relationships/diagramData" Target="../diagrams/data10.xml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microsoft.com/office/2007/relationships/diagramDrawing" Target="../diagrams/drawing10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66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2.svg"/><Relationship Id="rId9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67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hyperlink" Target="https://www.linkedin.com/in/mai-mosaad?utm_source=share&amp;utm_campaign=share_via&amp;utm_content=profile&amp;utm_medium=ios_app" TargetMode="External"/><Relationship Id="rId17" Type="http://schemas.openxmlformats.org/officeDocument/2006/relationships/hyperlink" Target="https://www.linkedin.com/in/mai-ayman-5b788324b?utm_source=share&amp;utm_campaign=share_via&amp;utm_content=profile&amp;utm_medium=android_app" TargetMode="External"/><Relationship Id="rId2" Type="http://schemas.openxmlformats.org/officeDocument/2006/relationships/notesSlide" Target="../notesSlides/notesSlide7.xml"/><Relationship Id="rId16" Type="http://schemas.openxmlformats.org/officeDocument/2006/relationships/hyperlink" Target="https://www.linkedin.com/in/farah-mohamed12?utm_source=share&amp;utm_campaign=share_via&amp;utm_content=profile&amp;utm_medium=ios_app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hyperlink" Target="https://github.com/nadayoussif2002/HR-Project" TargetMode="External"/><Relationship Id="rId5" Type="http://schemas.openxmlformats.org/officeDocument/2006/relationships/image" Target="../media/image5.png"/><Relationship Id="rId15" Type="http://schemas.openxmlformats.org/officeDocument/2006/relationships/hyperlink" Target="https://www.linkedin.com/in/reham-ashraf-ba9a42323?lipi=urn%3Ali%3Apage%3Ad_flagship3_profile_view_base_contact_details%3BtWD7a6dWS6CBNunGztPuIA%3D%3D" TargetMode="External"/><Relationship Id="rId10" Type="http://schemas.openxmlformats.org/officeDocument/2006/relationships/image" Target="../media/image10.svg"/><Relationship Id="rId4" Type="http://schemas.openxmlformats.org/officeDocument/2006/relationships/image" Target="../media/image2.svg"/><Relationship Id="rId9" Type="http://schemas.openxmlformats.org/officeDocument/2006/relationships/image" Target="../media/image9.png"/><Relationship Id="rId14" Type="http://schemas.openxmlformats.org/officeDocument/2006/relationships/hyperlink" Target="https://www.linkedin.com/in/nada-youssif-980a1724a?utm_source=share&amp;utm_campaign=share_via&amp;utm_content=profile&amp;utm_medium=android_app" TargetMode="Externa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68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2.svg"/><Relationship Id="rId9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2.sv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94368" y="-3387102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4" y="0"/>
                </a:lnTo>
                <a:lnTo>
                  <a:pt x="10960234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856749" y="2981687"/>
            <a:ext cx="5321772" cy="4610743"/>
          </a:xfrm>
          <a:custGeom>
            <a:avLst/>
            <a:gdLst/>
            <a:ahLst/>
            <a:cxnLst/>
            <a:rect l="l" t="t" r="r" b="b"/>
            <a:pathLst>
              <a:path w="6925852" h="6014556">
                <a:moveTo>
                  <a:pt x="0" y="0"/>
                </a:moveTo>
                <a:lnTo>
                  <a:pt x="6925852" y="0"/>
                </a:lnTo>
                <a:lnTo>
                  <a:pt x="6925852" y="6014556"/>
                </a:lnTo>
                <a:lnTo>
                  <a:pt x="0" y="6014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635325">
            <a:off x="-3101443" y="7723421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226878">
            <a:off x="-542694" y="2227723"/>
            <a:ext cx="4057187" cy="2163004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2830696">
            <a:off x="14159764" y="722376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118967" y="5668814"/>
            <a:ext cx="9549033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66"/>
              </a:lnSpc>
            </a:pPr>
            <a:r>
              <a:rPr lang="en-US" sz="3600" b="1">
                <a:solidFill>
                  <a:schemeClr val="tx2">
                    <a:lumMod val="50000"/>
                  </a:schemeClr>
                </a:solidFill>
                <a:latin typeface="Bodoni MT" panose="02070603080606020203" pitchFamily="18" charset="0"/>
                <a:ea typeface="Red Hat Display"/>
                <a:cs typeface="Red Hat Display"/>
                <a:sym typeface="Red Hat Display"/>
              </a:rPr>
              <a:t>Supervised By:</a:t>
            </a:r>
            <a:r>
              <a:rPr lang="en-US" sz="3600">
                <a:solidFill>
                  <a:srgbClr val="5B7ABE"/>
                </a:solidFill>
                <a:latin typeface="Bodoni MT" panose="02070603080606020203" pitchFamily="18" charset="0"/>
                <a:ea typeface="Red Hat Display"/>
                <a:cs typeface="Red Hat Display"/>
                <a:sym typeface="Red Hat Display"/>
              </a:rPr>
              <a:t> Eng. Ahmed Samir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8967" y="4413026"/>
            <a:ext cx="10141784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7074" b="1" i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HR Dataset Analysis </a:t>
            </a:r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326C3694-A2F5-7492-F079-6E64C1E1B5DD}"/>
              </a:ext>
            </a:extLst>
          </p:cNvPr>
          <p:cNvSpPr/>
          <p:nvPr/>
        </p:nvSpPr>
        <p:spPr>
          <a:xfrm>
            <a:off x="277662" y="119543"/>
            <a:ext cx="3303738" cy="1976751"/>
          </a:xfrm>
          <a:custGeom>
            <a:avLst/>
            <a:gdLst/>
            <a:ahLst/>
            <a:cxnLst/>
            <a:rect l="l" t="t" r="r" b="b"/>
            <a:pathLst>
              <a:path w="2972768" h="2475234">
                <a:moveTo>
                  <a:pt x="0" y="0"/>
                </a:moveTo>
                <a:lnTo>
                  <a:pt x="2972768" y="0"/>
                </a:lnTo>
                <a:lnTo>
                  <a:pt x="2972768" y="2475234"/>
                </a:lnTo>
                <a:lnTo>
                  <a:pt x="0" y="247523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 sz="1050">
              <a:solidFill>
                <a:prstClr val="black"/>
              </a:solidFill>
              <a:cs typeface="Arial"/>
              <a:sym typeface="Arial"/>
            </a:endParaRPr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1C6D51B-C056-7D6D-3C6A-65F1B867251C}"/>
              </a:ext>
            </a:extLst>
          </p:cNvPr>
          <p:cNvSpPr/>
          <p:nvPr/>
        </p:nvSpPr>
        <p:spPr>
          <a:xfrm>
            <a:off x="14173200" y="119544"/>
            <a:ext cx="3482624" cy="2204556"/>
          </a:xfrm>
          <a:custGeom>
            <a:avLst/>
            <a:gdLst/>
            <a:ahLst/>
            <a:cxnLst/>
            <a:rect l="l" t="t" r="r" b="b"/>
            <a:pathLst>
              <a:path w="3814208" h="2372411">
                <a:moveTo>
                  <a:pt x="0" y="0"/>
                </a:moveTo>
                <a:lnTo>
                  <a:pt x="3814208" y="0"/>
                </a:lnTo>
                <a:lnTo>
                  <a:pt x="3814208" y="2372412"/>
                </a:lnTo>
                <a:lnTo>
                  <a:pt x="0" y="237241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 sz="1050">
              <a:solidFill>
                <a:prstClr val="black"/>
              </a:solidFill>
              <a:cs typeface="Arial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5237A8-EF07-7BF4-8D96-921B18D08845}"/>
              </a:ext>
            </a:extLst>
          </p:cNvPr>
          <p:cNvSpPr txBox="1"/>
          <p:nvPr/>
        </p:nvSpPr>
        <p:spPr>
          <a:xfrm>
            <a:off x="-381000" y="6365859"/>
            <a:ext cx="12877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latin typeface="Bodoni MT" panose="02070603080606020203" pitchFamily="18" charset="0"/>
              </a:rPr>
              <a:t>Powered by:</a:t>
            </a: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Bodoni MT" panose="02070603080606020203" pitchFamily="18" charset="0"/>
              </a:rPr>
              <a:t> </a:t>
            </a:r>
          </a:p>
          <a:p>
            <a:pPr algn="ctr"/>
            <a:r>
              <a:rPr lang="en-US" sz="2800">
                <a:solidFill>
                  <a:schemeClr val="accent1">
                    <a:lumMod val="75000"/>
                  </a:schemeClr>
                </a:solidFill>
                <a:latin typeface="Bodoni MT" panose="02070603080606020203" pitchFamily="18" charset="0"/>
              </a:rPr>
              <a:t>Ministry of Communications and Information Technology (DEPI Program)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11BC44-5EBE-74FE-731C-E6ADF5ABEDA1}"/>
              </a:ext>
            </a:extLst>
          </p:cNvPr>
          <p:cNvSpPr txBox="1"/>
          <p:nvPr/>
        </p:nvSpPr>
        <p:spPr>
          <a:xfrm>
            <a:off x="2438399" y="7594599"/>
            <a:ext cx="703579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  <a:latin typeface="Bodoni MT Black"/>
                <a:ea typeface="Calibri"/>
                <a:cs typeface="Calibri"/>
              </a:rPr>
              <a:t>Google Data Analyst Specialist</a:t>
            </a:r>
            <a:br>
              <a:rPr lang="en-US" sz="2400" dirty="0">
                <a:solidFill>
                  <a:schemeClr val="tx2"/>
                </a:solidFill>
                <a:latin typeface="Bodoni MT Black"/>
                <a:ea typeface="Calibri"/>
                <a:cs typeface="Calibri"/>
              </a:rPr>
            </a:br>
            <a:r>
              <a:rPr lang="en-US" sz="2400" dirty="0">
                <a:solidFill>
                  <a:schemeClr val="tx2"/>
                </a:solidFill>
                <a:latin typeface="Bodoni MT Black"/>
                <a:ea typeface="Calibri"/>
                <a:cs typeface="Calibri"/>
              </a:rPr>
              <a:t>CAI2_DAT1_G8</a:t>
            </a:r>
            <a:endParaRPr lang="en-US" sz="2400" dirty="0">
              <a:solidFill>
                <a:schemeClr val="tx2"/>
              </a:solidFill>
              <a:latin typeface="Bodoni MT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/>
      <p:bldP spid="8" grpId="0"/>
      <p:bldP spid="9" grpId="0" animBg="1"/>
      <p:bldP spid="10" grpId="0" animBg="1"/>
      <p:bldP spid="14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F99473-EFA1-97E7-718F-3B30B95EB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8D6EDFC-2686-EF56-F3DC-E14864A50CAC}"/>
              </a:ext>
            </a:extLst>
          </p:cNvPr>
          <p:cNvSpPr/>
          <p:nvPr/>
        </p:nvSpPr>
        <p:spPr>
          <a:xfrm>
            <a:off x="8303644" y="-2029087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4" y="0"/>
                </a:lnTo>
                <a:lnTo>
                  <a:pt x="10960234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2C25091-7117-0025-BAA7-6E7E5610733C}"/>
              </a:ext>
            </a:extLst>
          </p:cNvPr>
          <p:cNvSpPr/>
          <p:nvPr/>
        </p:nvSpPr>
        <p:spPr>
          <a:xfrm rot="635325">
            <a:off x="-1336143" y="6923321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D6A6FC1-FAE0-A7D9-1286-452DD394DCD6}"/>
              </a:ext>
            </a:extLst>
          </p:cNvPr>
          <p:cNvSpPr/>
          <p:nvPr/>
        </p:nvSpPr>
        <p:spPr>
          <a:xfrm rot="2830696">
            <a:off x="12315724" y="822960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8B3995DC-2472-5892-A168-AA69E00531A8}"/>
              </a:ext>
            </a:extLst>
          </p:cNvPr>
          <p:cNvSpPr/>
          <p:nvPr/>
        </p:nvSpPr>
        <p:spPr>
          <a:xfrm>
            <a:off x="277662" y="119544"/>
            <a:ext cx="3075138" cy="1823556"/>
          </a:xfrm>
          <a:custGeom>
            <a:avLst/>
            <a:gdLst/>
            <a:ahLst/>
            <a:cxnLst/>
            <a:rect l="l" t="t" r="r" b="b"/>
            <a:pathLst>
              <a:path w="2972768" h="2475234">
                <a:moveTo>
                  <a:pt x="0" y="0"/>
                </a:moveTo>
                <a:lnTo>
                  <a:pt x="2972768" y="0"/>
                </a:lnTo>
                <a:lnTo>
                  <a:pt x="2972768" y="2475234"/>
                </a:lnTo>
                <a:lnTo>
                  <a:pt x="0" y="24752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 sz="1050">
              <a:solidFill>
                <a:prstClr val="black"/>
              </a:solidFill>
              <a:cs typeface="Arial"/>
              <a:sym typeface="Arial"/>
            </a:endParaRPr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37ACF74E-4FF4-B853-9926-C6DBC9D26363}"/>
              </a:ext>
            </a:extLst>
          </p:cNvPr>
          <p:cNvSpPr/>
          <p:nvPr/>
        </p:nvSpPr>
        <p:spPr>
          <a:xfrm>
            <a:off x="14249400" y="119544"/>
            <a:ext cx="3406424" cy="1823556"/>
          </a:xfrm>
          <a:custGeom>
            <a:avLst/>
            <a:gdLst/>
            <a:ahLst/>
            <a:cxnLst/>
            <a:rect l="l" t="t" r="r" b="b"/>
            <a:pathLst>
              <a:path w="3814208" h="2372411">
                <a:moveTo>
                  <a:pt x="0" y="0"/>
                </a:moveTo>
                <a:lnTo>
                  <a:pt x="3814208" y="0"/>
                </a:lnTo>
                <a:lnTo>
                  <a:pt x="3814208" y="2372412"/>
                </a:lnTo>
                <a:lnTo>
                  <a:pt x="0" y="23724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 sz="1050">
              <a:solidFill>
                <a:prstClr val="black"/>
              </a:solidFill>
              <a:cs typeface="Arial"/>
              <a:sym typeface="Arial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462D0033-FAFD-316D-F773-9A1D6980D646}"/>
              </a:ext>
            </a:extLst>
          </p:cNvPr>
          <p:cNvSpPr txBox="1"/>
          <p:nvPr/>
        </p:nvSpPr>
        <p:spPr>
          <a:xfrm>
            <a:off x="2302151" y="1680337"/>
            <a:ext cx="12916955" cy="10932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  <a:buClrTx/>
              <a:buFontTx/>
              <a:buNone/>
            </a:pPr>
            <a:r>
              <a:rPr lang="en-US" sz="7200" b="1" i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Montserrat Semi-Bold Italics"/>
              </a:rPr>
              <a:t>Quanta</a:t>
            </a:r>
            <a:r>
              <a:rPr lang="en-US" sz="4800" b="1" i="1" kern="1200" spc="-107">
                <a:solidFill>
                  <a:schemeClr val="accent1">
                    <a:lumMod val="75000"/>
                  </a:schemeClr>
                </a:solidFill>
                <a:latin typeface="Bodoni MT Black" panose="02070A03080606020203" pitchFamily="18" charset="0"/>
                <a:ea typeface="Montserrat Semi-Bold Italics"/>
                <a:cs typeface="Montserrat Semi-Bold Italics"/>
                <a:sym typeface="Montserrat Semi-Bold Italics"/>
              </a:rPr>
              <a:t> </a:t>
            </a:r>
            <a:r>
              <a:rPr lang="en-US" sz="6600" b="1" i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Montserrat Semi-Bold Italics"/>
              </a:rPr>
              <a:t>Femina Team</a:t>
            </a:r>
            <a:endParaRPr lang="en-US" sz="3200" b="1" i="1">
              <a:solidFill>
                <a:srgbClr val="2D2261"/>
              </a:solidFill>
              <a:latin typeface="Bodoni MT Black" panose="02070A03080606020203" pitchFamily="18" charset="0"/>
              <a:ea typeface="Red Hat Display Bold"/>
              <a:cs typeface="Red Hat Display Bold"/>
              <a:sym typeface="Montserrat Semi-Bold Italics"/>
            </a:endParaRPr>
          </a:p>
          <a:p>
            <a:pPr algn="ctr">
              <a:lnSpc>
                <a:spcPts val="4399"/>
              </a:lnSpc>
              <a:buClrTx/>
              <a:buFontTx/>
              <a:buNone/>
            </a:pPr>
            <a:r>
              <a:rPr lang="en-US" sz="3200" b="1" i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Montserrat Semi-Bold Italics"/>
              </a:rPr>
              <a:t>Group: </a:t>
            </a:r>
            <a:r>
              <a:rPr lang="en-US" sz="3200" b="1" i="1">
                <a:solidFill>
                  <a:srgbClr val="2D2261"/>
                </a:solidFill>
                <a:latin typeface="Times New Roman" panose="02020603050405020304" pitchFamily="18" charset="0"/>
                <a:ea typeface="Red Hat Display Bold"/>
                <a:cs typeface="Times New Roman" panose="02020603050405020304" pitchFamily="18" charset="0"/>
                <a:sym typeface="Montserrat Semi-Bold Italics"/>
              </a:rPr>
              <a:t>CAl2_DAT1_G6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519D5BE-2D31-9A50-9769-61CB9E8246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114529"/>
              </p:ext>
            </p:extLst>
          </p:nvPr>
        </p:nvGraphicFramePr>
        <p:xfrm>
          <a:off x="2034312" y="2991222"/>
          <a:ext cx="14176412" cy="1980000"/>
        </p:xfrm>
        <a:graphic>
          <a:graphicData uri="http://schemas.openxmlformats.org/drawingml/2006/table">
            <a:tbl>
              <a:tblPr firstRow="1" bandRow="1"/>
              <a:tblGrid>
                <a:gridCol w="2767105">
                  <a:extLst>
                    <a:ext uri="{9D8B030D-6E8A-4147-A177-3AD203B41FA5}">
                      <a16:colId xmlns:a16="http://schemas.microsoft.com/office/drawing/2014/main" val="272879775"/>
                    </a:ext>
                  </a:extLst>
                </a:gridCol>
                <a:gridCol w="2903458">
                  <a:extLst>
                    <a:ext uri="{9D8B030D-6E8A-4147-A177-3AD203B41FA5}">
                      <a16:colId xmlns:a16="http://schemas.microsoft.com/office/drawing/2014/main" val="2568693311"/>
                    </a:ext>
                  </a:extLst>
                </a:gridCol>
                <a:gridCol w="2333647">
                  <a:extLst>
                    <a:ext uri="{9D8B030D-6E8A-4147-A177-3AD203B41FA5}">
                      <a16:colId xmlns:a16="http://schemas.microsoft.com/office/drawing/2014/main" val="288978092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4057986221"/>
                    </a:ext>
                  </a:extLst>
                </a:gridCol>
                <a:gridCol w="3352802">
                  <a:extLst>
                    <a:ext uri="{9D8B030D-6E8A-4147-A177-3AD203B41FA5}">
                      <a16:colId xmlns:a16="http://schemas.microsoft.com/office/drawing/2014/main" val="2549725811"/>
                    </a:ext>
                  </a:extLst>
                </a:gridCol>
              </a:tblGrid>
              <a:tr h="900000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360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Bodoni MT Black" panose="02070A03080606020203" pitchFamily="18" charset="0"/>
                        </a:rPr>
                        <a:t>Team Members</a:t>
                      </a:r>
                    </a:p>
                  </a:txBody>
                  <a:tcPr>
                    <a:lnL w="12700" cmpd="sng">
                      <a:solidFill>
                        <a:srgbClr val="2F046B"/>
                      </a:solidFill>
                    </a:lnL>
                    <a:lnR w="12700" cmpd="sng">
                      <a:solidFill>
                        <a:srgbClr val="2F046B"/>
                      </a:solidFill>
                    </a:lnR>
                    <a:lnT w="12700" cmpd="sng">
                      <a:solidFill>
                        <a:srgbClr val="2F046B"/>
                      </a:solidFill>
                    </a:lnT>
                    <a:lnB w="38100" cmpd="sng">
                      <a:solidFill>
                        <a:srgbClr val="2F046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960794"/>
                  </a:ext>
                </a:extLst>
              </a:tr>
              <a:tr h="108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 rtl="0">
                        <a:lnSpc>
                          <a:spcPct val="200000"/>
                        </a:lnSpc>
                      </a:pPr>
                      <a:r>
                        <a:rPr lang="en-US" sz="2800" b="1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Nada Youssif </a:t>
                      </a:r>
                    </a:p>
                  </a:txBody>
                  <a:tcPr>
                    <a:lnL w="12700" cmpd="sng">
                      <a:solidFill>
                        <a:srgbClr val="2F046B"/>
                      </a:solidFill>
                    </a:lnL>
                    <a:lnR w="12700" cmpd="sng">
                      <a:solidFill>
                        <a:srgbClr val="2F046B"/>
                      </a:solidFill>
                    </a:lnR>
                    <a:lnT w="38100" cmpd="sng">
                      <a:solidFill>
                        <a:srgbClr val="2F046B"/>
                      </a:solidFill>
                    </a:lnT>
                    <a:lnB w="12700" cmpd="sng">
                      <a:solidFill>
                        <a:srgbClr val="2F046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 rtl="0">
                        <a:lnSpc>
                          <a:spcPct val="200000"/>
                        </a:lnSpc>
                      </a:pPr>
                      <a:r>
                        <a:rPr lang="en-US" sz="28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Bodoni MT Black" panose="02070A03080606020203" pitchFamily="18" charset="0"/>
                        </a:rPr>
                        <a:t>Reham Ashraf</a:t>
                      </a:r>
                    </a:p>
                  </a:txBody>
                  <a:tcPr>
                    <a:lnL w="12700" cmpd="sng">
                      <a:solidFill>
                        <a:srgbClr val="2F046B"/>
                      </a:solidFill>
                    </a:lnL>
                    <a:lnR w="12700" cmpd="sng">
                      <a:solidFill>
                        <a:srgbClr val="2F046B"/>
                      </a:solidFill>
                    </a:lnR>
                    <a:lnT w="38100" cmpd="sng">
                      <a:solidFill>
                        <a:srgbClr val="2F046B"/>
                      </a:solidFill>
                    </a:lnT>
                    <a:lnB w="12700" cmpd="sng">
                      <a:solidFill>
                        <a:srgbClr val="2F046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2800" b="1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Mai Ayman</a:t>
                      </a:r>
                    </a:p>
                  </a:txBody>
                  <a:tcPr>
                    <a:lnL w="12700" cmpd="sng">
                      <a:solidFill>
                        <a:srgbClr val="2F046B"/>
                      </a:solidFill>
                    </a:lnL>
                    <a:lnR w="12700" cmpd="sng">
                      <a:solidFill>
                        <a:srgbClr val="2F046B"/>
                      </a:solidFill>
                    </a:lnR>
                    <a:lnT w="38100" cmpd="sng">
                      <a:solidFill>
                        <a:srgbClr val="2F046B"/>
                      </a:solidFill>
                    </a:lnT>
                    <a:lnB w="12700" cmpd="sng">
                      <a:solidFill>
                        <a:srgbClr val="2F046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sz="2800" b="1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Mai </a:t>
                      </a:r>
                      <a:r>
                        <a:rPr lang="en-US" sz="2800" b="1" kern="1200" err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Mosaad</a:t>
                      </a:r>
                      <a:endParaRPr lang="en-US" sz="2800" b="1" kern="1200">
                        <a:solidFill>
                          <a:schemeClr val="accent1">
                            <a:lumMod val="75000"/>
                          </a:schemeClr>
                        </a:solidFill>
                        <a:latin typeface="Bodoni MT Black" panose="02070A030806060202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2F046B"/>
                      </a:solidFill>
                    </a:lnL>
                    <a:lnR w="12700" cmpd="sng">
                      <a:solidFill>
                        <a:srgbClr val="2F046B"/>
                      </a:solidFill>
                    </a:lnR>
                    <a:lnT w="38100" cmpd="sng">
                      <a:solidFill>
                        <a:srgbClr val="2F046B"/>
                      </a:solidFill>
                    </a:lnT>
                    <a:lnB w="12700" cmpd="sng">
                      <a:solidFill>
                        <a:srgbClr val="2F046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sz="2800" b="1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Bodoni MT Black" panose="02070A03080606020203" pitchFamily="18" charset="0"/>
                          <a:ea typeface="+mn-ea"/>
                          <a:cs typeface="+mn-cs"/>
                        </a:rPr>
                        <a:t>Farah Mohamed</a:t>
                      </a:r>
                    </a:p>
                  </a:txBody>
                  <a:tcPr>
                    <a:lnL w="12700" cmpd="sng">
                      <a:solidFill>
                        <a:srgbClr val="2F046B"/>
                      </a:solidFill>
                    </a:lnL>
                    <a:lnR w="12700" cmpd="sng">
                      <a:solidFill>
                        <a:srgbClr val="2F046B"/>
                      </a:solidFill>
                    </a:lnR>
                    <a:lnT w="38100" cmpd="sng">
                      <a:solidFill>
                        <a:srgbClr val="2F046B"/>
                      </a:solidFill>
                    </a:lnT>
                    <a:lnB w="12700" cmpd="sng">
                      <a:solidFill>
                        <a:srgbClr val="2F046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7253121"/>
                  </a:ext>
                </a:extLst>
              </a:tr>
            </a:tbl>
          </a:graphicData>
        </a:graphic>
      </p:graphicFrame>
      <p:pic>
        <p:nvPicPr>
          <p:cNvPr id="3" name="Picture 2" descr="A person smiling with her hand on her face&#10;&#10;AI-generated content may be incorrect.">
            <a:extLst>
              <a:ext uri="{FF2B5EF4-FFF2-40B4-BE49-F238E27FC236}">
                <a16:creationId xmlns:a16="http://schemas.microsoft.com/office/drawing/2014/main" id="{11F5CCBD-FC66-BA71-64B1-093A08F87C9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39283" y="5300456"/>
            <a:ext cx="2261567" cy="354578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Picture 6" descr="A person wearing a scarf and smiling&#10;&#10;AI-generated content may be incorrect.">
            <a:extLst>
              <a:ext uri="{FF2B5EF4-FFF2-40B4-BE49-F238E27FC236}">
                <a16:creationId xmlns:a16="http://schemas.microsoft.com/office/drawing/2014/main" id="{DB4D6CD1-2B45-4BF7-1074-9BEC98458B5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32579" y="5293415"/>
            <a:ext cx="2310020" cy="355986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8" name="Picture 7" descr="A person wearing a head scarf and smiling&#10;&#10;AI-generated content may be incorrect.">
            <a:extLst>
              <a:ext uri="{FF2B5EF4-FFF2-40B4-BE49-F238E27FC236}">
                <a16:creationId xmlns:a16="http://schemas.microsoft.com/office/drawing/2014/main" id="{2472EEBC-CDEE-DECE-6D45-A90933070E8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72476" y="5300040"/>
            <a:ext cx="2295526" cy="354661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Picture 4" descr="A person holding flowers&#10;&#10;AI-generated content may be incorrect.">
            <a:extLst>
              <a:ext uri="{FF2B5EF4-FFF2-40B4-BE49-F238E27FC236}">
                <a16:creationId xmlns:a16="http://schemas.microsoft.com/office/drawing/2014/main" id="{88C7959E-C34A-78F9-4372-338C18AE218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197840" y="5294948"/>
            <a:ext cx="2758440" cy="353758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2" name="Picture 11" descr="A person wearing a red head scarf&#10;&#10;AI-generated content may be incorrect.">
            <a:extLst>
              <a:ext uri="{FF2B5EF4-FFF2-40B4-BE49-F238E27FC236}">
                <a16:creationId xmlns:a16="http://schemas.microsoft.com/office/drawing/2014/main" id="{C862108E-6853-3631-259E-9C5841B97CE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76547" y="5305425"/>
            <a:ext cx="2425065" cy="354711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988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9" grpId="0" animBg="1"/>
      <p:bldP spid="10" grpId="0" animBg="1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31058" y="1823550"/>
            <a:ext cx="8994142" cy="87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sz="8800" b="1" i="1" u="sng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Agenda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93000" y="4042600"/>
            <a:ext cx="2135970" cy="14484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032"/>
              </a:lnSpc>
            </a:pP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7511268" y="3751389"/>
            <a:ext cx="3173706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FBFCF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Collaborative Process</a:t>
            </a:r>
          </a:p>
        </p:txBody>
      </p:sp>
      <p:sp>
        <p:nvSpPr>
          <p:cNvPr id="27" name="Freeform 27"/>
          <p:cNvSpPr/>
          <p:nvPr/>
        </p:nvSpPr>
        <p:spPr>
          <a:xfrm rot="-2080684">
            <a:off x="10008588" y="6886274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 rot="9426524">
            <a:off x="-3362809" y="-4092540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 rot="-2624874">
            <a:off x="15218850" y="878679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EA54EBC-D0DA-DB36-7121-7E33FB8C8CC0}"/>
              </a:ext>
            </a:extLst>
          </p:cNvPr>
          <p:cNvSpPr/>
          <p:nvPr/>
        </p:nvSpPr>
        <p:spPr>
          <a:xfrm>
            <a:off x="838200" y="3343719"/>
            <a:ext cx="1828800" cy="73152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F34481-8959-3116-96C3-7355EC9602E5}"/>
              </a:ext>
            </a:extLst>
          </p:cNvPr>
          <p:cNvSpPr txBox="1"/>
          <p:nvPr/>
        </p:nvSpPr>
        <p:spPr>
          <a:xfrm>
            <a:off x="1792544" y="3355536"/>
            <a:ext cx="12828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Bodoni MT Black" panose="02070A03080606020203" pitchFamily="18" charset="0"/>
              </a:rPr>
              <a:t>01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4F5C1F3-F9B2-B98D-CE88-A865BF1B3B56}"/>
              </a:ext>
            </a:extLst>
          </p:cNvPr>
          <p:cNvSpPr/>
          <p:nvPr/>
        </p:nvSpPr>
        <p:spPr>
          <a:xfrm>
            <a:off x="838200" y="4515233"/>
            <a:ext cx="1828800" cy="731520"/>
          </a:xfrm>
          <a:prstGeom prst="roundRect">
            <a:avLst>
              <a:gd name="adj" fmla="val 50000"/>
            </a:avLst>
          </a:prstGeom>
          <a:solidFill>
            <a:srgbClr val="ECE1D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8D33C8-639F-B27C-6828-EA5AC041776F}"/>
              </a:ext>
            </a:extLst>
          </p:cNvPr>
          <p:cNvSpPr txBox="1"/>
          <p:nvPr/>
        </p:nvSpPr>
        <p:spPr>
          <a:xfrm>
            <a:off x="1798794" y="4554085"/>
            <a:ext cx="12703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Bodoni MT Black" panose="02070A03080606020203" pitchFamily="18" charset="0"/>
              </a:rPr>
              <a:t>02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CA08E31-03D3-A983-3496-CA1101D9CE72}"/>
              </a:ext>
            </a:extLst>
          </p:cNvPr>
          <p:cNvSpPr/>
          <p:nvPr/>
        </p:nvSpPr>
        <p:spPr>
          <a:xfrm>
            <a:off x="838199" y="5676900"/>
            <a:ext cx="1828800" cy="73152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19FA35-D7BE-7D47-8618-CC95BBF3699D}"/>
              </a:ext>
            </a:extLst>
          </p:cNvPr>
          <p:cNvSpPr txBox="1"/>
          <p:nvPr/>
        </p:nvSpPr>
        <p:spPr>
          <a:xfrm>
            <a:off x="1917502" y="6743700"/>
            <a:ext cx="838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Bodoni MT Black" panose="02070A03080606020203" pitchFamily="18" charset="0"/>
              </a:rPr>
              <a:t>01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38ABF83-B5DE-FBC0-6165-C88FCC06DF42}"/>
              </a:ext>
            </a:extLst>
          </p:cNvPr>
          <p:cNvSpPr/>
          <p:nvPr/>
        </p:nvSpPr>
        <p:spPr>
          <a:xfrm>
            <a:off x="838198" y="6811596"/>
            <a:ext cx="1828800" cy="731520"/>
          </a:xfrm>
          <a:prstGeom prst="roundRect">
            <a:avLst>
              <a:gd name="adj" fmla="val 50000"/>
            </a:avLst>
          </a:prstGeom>
          <a:solidFill>
            <a:srgbClr val="ECE1D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0298AF-D22E-C2F6-11BA-9F072E9953F9}"/>
              </a:ext>
            </a:extLst>
          </p:cNvPr>
          <p:cNvSpPr txBox="1"/>
          <p:nvPr/>
        </p:nvSpPr>
        <p:spPr>
          <a:xfrm>
            <a:off x="1866830" y="6852418"/>
            <a:ext cx="1280160" cy="731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Bodoni MT Black" panose="02070A03080606020203" pitchFamily="18" charset="0"/>
              </a:rPr>
              <a:t>04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2866007-6FEA-012F-6645-260925EFDF28}"/>
              </a:ext>
            </a:extLst>
          </p:cNvPr>
          <p:cNvSpPr/>
          <p:nvPr/>
        </p:nvSpPr>
        <p:spPr>
          <a:xfrm>
            <a:off x="838197" y="8039100"/>
            <a:ext cx="1828800" cy="73152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AF9798-7DF4-F88B-B731-BB152AAF2164}"/>
              </a:ext>
            </a:extLst>
          </p:cNvPr>
          <p:cNvSpPr txBox="1"/>
          <p:nvPr/>
        </p:nvSpPr>
        <p:spPr>
          <a:xfrm>
            <a:off x="1809303" y="8091200"/>
            <a:ext cx="12703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Bodoni MT Black" panose="02070A03080606020203" pitchFamily="18" charset="0"/>
              </a:rPr>
              <a:t>05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5F41630-CFD2-1F69-388A-C491C8FFF02F}"/>
              </a:ext>
            </a:extLst>
          </p:cNvPr>
          <p:cNvSpPr txBox="1"/>
          <p:nvPr/>
        </p:nvSpPr>
        <p:spPr>
          <a:xfrm>
            <a:off x="1816058" y="5723717"/>
            <a:ext cx="11610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Bodoni MT Black" panose="02070A03080606020203" pitchFamily="18" charset="0"/>
              </a:rPr>
              <a:t>03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1FFDA017-6A59-569C-DBC1-23D65C225DC7}"/>
              </a:ext>
            </a:extLst>
          </p:cNvPr>
          <p:cNvSpPr/>
          <p:nvPr/>
        </p:nvSpPr>
        <p:spPr>
          <a:xfrm>
            <a:off x="9829800" y="3238500"/>
            <a:ext cx="1828800" cy="73152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7A34BF-0A7F-7D68-9977-B21B2FC8A9D9}"/>
              </a:ext>
            </a:extLst>
          </p:cNvPr>
          <p:cNvSpPr txBox="1"/>
          <p:nvPr/>
        </p:nvSpPr>
        <p:spPr>
          <a:xfrm>
            <a:off x="10790970" y="3280232"/>
            <a:ext cx="12611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Bodoni MT Black" panose="02070A03080606020203" pitchFamily="18" charset="0"/>
              </a:rPr>
              <a:t>06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C7CDD0C-8F06-9191-F5D3-71F30078782E}"/>
              </a:ext>
            </a:extLst>
          </p:cNvPr>
          <p:cNvSpPr/>
          <p:nvPr/>
        </p:nvSpPr>
        <p:spPr>
          <a:xfrm>
            <a:off x="9829800" y="4410014"/>
            <a:ext cx="1828800" cy="731520"/>
          </a:xfrm>
          <a:prstGeom prst="roundRect">
            <a:avLst>
              <a:gd name="adj" fmla="val 50000"/>
            </a:avLst>
          </a:prstGeom>
          <a:solidFill>
            <a:srgbClr val="ECE1D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B9484B-D5AF-9D26-D090-0C23321E305B}"/>
              </a:ext>
            </a:extLst>
          </p:cNvPr>
          <p:cNvSpPr txBox="1"/>
          <p:nvPr/>
        </p:nvSpPr>
        <p:spPr>
          <a:xfrm>
            <a:off x="10848325" y="4435460"/>
            <a:ext cx="1401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Bodoni MT Black" panose="02070A03080606020203" pitchFamily="18" charset="0"/>
              </a:rPr>
              <a:t>07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2A46E9F-6055-2DE3-1A25-D9ED33764819}"/>
              </a:ext>
            </a:extLst>
          </p:cNvPr>
          <p:cNvSpPr/>
          <p:nvPr/>
        </p:nvSpPr>
        <p:spPr>
          <a:xfrm>
            <a:off x="9829799" y="5654019"/>
            <a:ext cx="1828800" cy="73152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FFEEDC5-2F61-8BAF-FAE7-D50CF13DF22F}"/>
              </a:ext>
            </a:extLst>
          </p:cNvPr>
          <p:cNvSpPr/>
          <p:nvPr/>
        </p:nvSpPr>
        <p:spPr>
          <a:xfrm>
            <a:off x="9935797" y="6880970"/>
            <a:ext cx="1828800" cy="731520"/>
          </a:xfrm>
          <a:prstGeom prst="roundRect">
            <a:avLst>
              <a:gd name="adj" fmla="val 50000"/>
            </a:avLst>
          </a:prstGeom>
          <a:solidFill>
            <a:srgbClr val="ECE1D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8CC584-0A7C-D5EC-4E67-F712A83C4945}"/>
              </a:ext>
            </a:extLst>
          </p:cNvPr>
          <p:cNvSpPr txBox="1"/>
          <p:nvPr/>
        </p:nvSpPr>
        <p:spPr>
          <a:xfrm>
            <a:off x="10848325" y="6900327"/>
            <a:ext cx="1782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Bodoni MT Black" panose="02070A03080606020203" pitchFamily="18" charset="0"/>
              </a:rPr>
              <a:t>09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1A53BF2-4DA5-193E-64F7-C98B7E2570FE}"/>
              </a:ext>
            </a:extLst>
          </p:cNvPr>
          <p:cNvSpPr/>
          <p:nvPr/>
        </p:nvSpPr>
        <p:spPr>
          <a:xfrm>
            <a:off x="9829798" y="8146908"/>
            <a:ext cx="1828800" cy="73152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572A4E9-CCA9-93AD-0DDD-3E2C55959FA4}"/>
              </a:ext>
            </a:extLst>
          </p:cNvPr>
          <p:cNvSpPr txBox="1"/>
          <p:nvPr/>
        </p:nvSpPr>
        <p:spPr>
          <a:xfrm>
            <a:off x="10828121" y="8170542"/>
            <a:ext cx="1401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Bodoni MT Black" panose="02070A03080606020203" pitchFamily="18" charset="0"/>
              </a:rPr>
              <a:t>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49678FB-31CD-95CD-B091-93711CA39598}"/>
              </a:ext>
            </a:extLst>
          </p:cNvPr>
          <p:cNvSpPr txBox="1"/>
          <p:nvPr/>
        </p:nvSpPr>
        <p:spPr>
          <a:xfrm>
            <a:off x="10848325" y="5680109"/>
            <a:ext cx="12810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Bodoni MT Black" panose="02070A03080606020203" pitchFamily="18" charset="0"/>
              </a:rPr>
              <a:t>08</a:t>
            </a:r>
          </a:p>
        </p:txBody>
      </p:sp>
      <p:sp>
        <p:nvSpPr>
          <p:cNvPr id="58" name="Freeform 2">
            <a:extLst>
              <a:ext uri="{FF2B5EF4-FFF2-40B4-BE49-F238E27FC236}">
                <a16:creationId xmlns:a16="http://schemas.microsoft.com/office/drawing/2014/main" id="{FB4A2634-905A-1AFA-BC3A-587C199949F1}"/>
              </a:ext>
            </a:extLst>
          </p:cNvPr>
          <p:cNvSpPr/>
          <p:nvPr/>
        </p:nvSpPr>
        <p:spPr>
          <a:xfrm>
            <a:off x="12154231" y="-38100"/>
            <a:ext cx="5404618" cy="3272256"/>
          </a:xfrm>
          <a:custGeom>
            <a:avLst/>
            <a:gdLst/>
            <a:ahLst/>
            <a:cxnLst/>
            <a:rect l="l" t="t" r="r" b="b"/>
            <a:pathLst>
              <a:path w="3919788" h="2337619">
                <a:moveTo>
                  <a:pt x="0" y="0"/>
                </a:moveTo>
                <a:lnTo>
                  <a:pt x="3919788" y="0"/>
                </a:lnTo>
                <a:lnTo>
                  <a:pt x="3919788" y="2337619"/>
                </a:lnTo>
                <a:lnTo>
                  <a:pt x="0" y="23376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Google Shape;311;p33">
            <a:extLst>
              <a:ext uri="{FF2B5EF4-FFF2-40B4-BE49-F238E27FC236}">
                <a16:creationId xmlns:a16="http://schemas.microsoft.com/office/drawing/2014/main" id="{85FCD4D2-057A-266D-7DC4-4479468BDC0B}"/>
              </a:ext>
            </a:extLst>
          </p:cNvPr>
          <p:cNvSpPr txBox="1">
            <a:spLocks/>
          </p:cNvSpPr>
          <p:nvPr/>
        </p:nvSpPr>
        <p:spPr>
          <a:xfrm>
            <a:off x="2768356" y="3524126"/>
            <a:ext cx="3556243" cy="4432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Bodoni MT" panose="02070603080606020203" pitchFamily="18" charset="0"/>
              </a:rPr>
              <a:t>Introduction</a:t>
            </a:r>
          </a:p>
        </p:txBody>
      </p:sp>
      <p:sp>
        <p:nvSpPr>
          <p:cNvPr id="60" name="Google Shape;315;p33">
            <a:extLst>
              <a:ext uri="{FF2B5EF4-FFF2-40B4-BE49-F238E27FC236}">
                <a16:creationId xmlns:a16="http://schemas.microsoft.com/office/drawing/2014/main" id="{A3243D6A-C465-865D-D5F8-73C170BF2836}"/>
              </a:ext>
            </a:extLst>
          </p:cNvPr>
          <p:cNvSpPr txBox="1">
            <a:spLocks/>
          </p:cNvSpPr>
          <p:nvPr/>
        </p:nvSpPr>
        <p:spPr>
          <a:xfrm>
            <a:off x="2850238" y="4531135"/>
            <a:ext cx="4608249" cy="7070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Bodoni MT" panose="02070603080606020203" pitchFamily="18" charset="0"/>
              </a:rPr>
              <a:t>Problem statement</a:t>
            </a:r>
          </a:p>
        </p:txBody>
      </p:sp>
      <p:sp>
        <p:nvSpPr>
          <p:cNvPr id="61" name="Google Shape;318;p33">
            <a:extLst>
              <a:ext uri="{FF2B5EF4-FFF2-40B4-BE49-F238E27FC236}">
                <a16:creationId xmlns:a16="http://schemas.microsoft.com/office/drawing/2014/main" id="{B8C459DC-0BA9-E004-761C-FD9A39BD435E}"/>
              </a:ext>
            </a:extLst>
          </p:cNvPr>
          <p:cNvSpPr txBox="1">
            <a:spLocks/>
          </p:cNvSpPr>
          <p:nvPr/>
        </p:nvSpPr>
        <p:spPr>
          <a:xfrm>
            <a:off x="2929478" y="5787792"/>
            <a:ext cx="3054689" cy="5285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Bodoni MT" panose="02070603080606020203" pitchFamily="18" charset="0"/>
              </a:rPr>
              <a:t>Objectives</a:t>
            </a:r>
          </a:p>
        </p:txBody>
      </p:sp>
      <p:sp>
        <p:nvSpPr>
          <p:cNvPr id="62" name="Google Shape;321;p33">
            <a:extLst>
              <a:ext uri="{FF2B5EF4-FFF2-40B4-BE49-F238E27FC236}">
                <a16:creationId xmlns:a16="http://schemas.microsoft.com/office/drawing/2014/main" id="{BAD001DE-191F-55E3-F989-7454C7519E1C}"/>
              </a:ext>
            </a:extLst>
          </p:cNvPr>
          <p:cNvSpPr txBox="1">
            <a:spLocks/>
          </p:cNvSpPr>
          <p:nvPr/>
        </p:nvSpPr>
        <p:spPr>
          <a:xfrm>
            <a:off x="2929478" y="6771475"/>
            <a:ext cx="4185725" cy="7342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Bodoni MT" panose="02070603080606020203" pitchFamily="18" charset="0"/>
              </a:rPr>
              <a:t>Dataset overview</a:t>
            </a:r>
          </a:p>
        </p:txBody>
      </p:sp>
      <p:sp>
        <p:nvSpPr>
          <p:cNvPr id="63" name="Google Shape;311;p33">
            <a:extLst>
              <a:ext uri="{FF2B5EF4-FFF2-40B4-BE49-F238E27FC236}">
                <a16:creationId xmlns:a16="http://schemas.microsoft.com/office/drawing/2014/main" id="{57DBDC23-B003-2CD6-1F0E-BADDBDA11FB5}"/>
              </a:ext>
            </a:extLst>
          </p:cNvPr>
          <p:cNvSpPr txBox="1">
            <a:spLocks/>
          </p:cNvSpPr>
          <p:nvPr/>
        </p:nvSpPr>
        <p:spPr>
          <a:xfrm>
            <a:off x="11821951" y="4399507"/>
            <a:ext cx="5018249" cy="66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9pPr>
          </a:lstStyle>
          <a:p>
            <a:pPr marL="0" indent="0"/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Bodoni MT" panose="02070603080606020203" pitchFamily="18" charset="0"/>
                <a:ea typeface="+mn-ea"/>
                <a:cs typeface="+mn-cs"/>
              </a:rPr>
              <a:t>Analysis &amp; insights</a:t>
            </a:r>
          </a:p>
        </p:txBody>
      </p:sp>
      <p:sp>
        <p:nvSpPr>
          <p:cNvPr id="64" name="Google Shape;315;p33">
            <a:extLst>
              <a:ext uri="{FF2B5EF4-FFF2-40B4-BE49-F238E27FC236}">
                <a16:creationId xmlns:a16="http://schemas.microsoft.com/office/drawing/2014/main" id="{47F5A584-8182-C2CC-0E1D-DE3D41D383EB}"/>
              </a:ext>
            </a:extLst>
          </p:cNvPr>
          <p:cNvSpPr txBox="1">
            <a:spLocks/>
          </p:cNvSpPr>
          <p:nvPr/>
        </p:nvSpPr>
        <p:spPr>
          <a:xfrm>
            <a:off x="11834116" y="5712297"/>
            <a:ext cx="3654589" cy="571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9pPr>
          </a:lstStyle>
          <a:p>
            <a:pPr marL="0" indent="0"/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Bodoni MT" panose="02070603080606020203" pitchFamily="18" charset="0"/>
                <a:ea typeface="+mn-ea"/>
                <a:cs typeface="+mn-cs"/>
              </a:rPr>
              <a:t>Forecasting</a:t>
            </a:r>
          </a:p>
        </p:txBody>
      </p:sp>
      <p:sp>
        <p:nvSpPr>
          <p:cNvPr id="65" name="Google Shape;318;p33">
            <a:extLst>
              <a:ext uri="{FF2B5EF4-FFF2-40B4-BE49-F238E27FC236}">
                <a16:creationId xmlns:a16="http://schemas.microsoft.com/office/drawing/2014/main" id="{4B49C5F6-66CF-6BB9-62DA-F1DF57714DD0}"/>
              </a:ext>
            </a:extLst>
          </p:cNvPr>
          <p:cNvSpPr txBox="1">
            <a:spLocks/>
          </p:cNvSpPr>
          <p:nvPr/>
        </p:nvSpPr>
        <p:spPr>
          <a:xfrm>
            <a:off x="12043545" y="6795650"/>
            <a:ext cx="4949056" cy="7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9pPr>
          </a:lstStyle>
          <a:p>
            <a:pPr marL="0" indent="0"/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Bodoni MT" panose="02070603080606020203" pitchFamily="18" charset="0"/>
                <a:ea typeface="+mn-ea"/>
                <a:cs typeface="+mn-cs"/>
              </a:rPr>
              <a:t>Recommendations</a:t>
            </a:r>
          </a:p>
        </p:txBody>
      </p:sp>
      <p:sp>
        <p:nvSpPr>
          <p:cNvPr id="66" name="Google Shape;321;p33">
            <a:extLst>
              <a:ext uri="{FF2B5EF4-FFF2-40B4-BE49-F238E27FC236}">
                <a16:creationId xmlns:a16="http://schemas.microsoft.com/office/drawing/2014/main" id="{D67CBAA3-1211-80E9-40EC-1EFF69B9A57F}"/>
              </a:ext>
            </a:extLst>
          </p:cNvPr>
          <p:cNvSpPr txBox="1">
            <a:spLocks/>
          </p:cNvSpPr>
          <p:nvPr/>
        </p:nvSpPr>
        <p:spPr>
          <a:xfrm>
            <a:off x="12031977" y="8127602"/>
            <a:ext cx="3417905" cy="72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9pPr>
          </a:lstStyle>
          <a:p>
            <a:pPr marL="0" indent="0"/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Bodoni MT"/>
                <a:ea typeface="+mn-ea"/>
                <a:cs typeface="+mn-cs"/>
              </a:rPr>
              <a:t>Q &amp; A</a:t>
            </a:r>
            <a:endParaRPr lang="en-US">
              <a:solidFill>
                <a:schemeClr val="accent1">
                  <a:lumMod val="50000"/>
                </a:schemeClr>
              </a:solidFill>
              <a:ea typeface="+mn-ea"/>
              <a:cs typeface="+mn-cs"/>
            </a:endParaRPr>
          </a:p>
        </p:txBody>
      </p:sp>
      <p:sp>
        <p:nvSpPr>
          <p:cNvPr id="67" name="Google Shape;311;p33">
            <a:extLst>
              <a:ext uri="{FF2B5EF4-FFF2-40B4-BE49-F238E27FC236}">
                <a16:creationId xmlns:a16="http://schemas.microsoft.com/office/drawing/2014/main" id="{FD30BDA5-A14C-D9CD-5700-7FACE43D9DDD}"/>
              </a:ext>
            </a:extLst>
          </p:cNvPr>
          <p:cNvSpPr txBox="1">
            <a:spLocks/>
          </p:cNvSpPr>
          <p:nvPr/>
        </p:nvSpPr>
        <p:spPr>
          <a:xfrm>
            <a:off x="2749955" y="8318544"/>
            <a:ext cx="5696865" cy="513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9pPr>
          </a:lstStyle>
          <a:p>
            <a:pPr marL="0" indent="0">
              <a:lnSpc>
                <a:spcPct val="100000"/>
              </a:lnSpc>
            </a:pPr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Bodoni MT" panose="02070603080606020203" pitchFamily="18" charset="0"/>
                <a:ea typeface="+mn-ea"/>
                <a:cs typeface="+mn-cs"/>
              </a:rPr>
              <a:t>Data cleaning &amp; preprocessing</a:t>
            </a:r>
          </a:p>
        </p:txBody>
      </p:sp>
      <p:sp>
        <p:nvSpPr>
          <p:cNvPr id="69" name="Google Shape;311;p33">
            <a:extLst>
              <a:ext uri="{FF2B5EF4-FFF2-40B4-BE49-F238E27FC236}">
                <a16:creationId xmlns:a16="http://schemas.microsoft.com/office/drawing/2014/main" id="{66B65C00-68DC-BBD7-A726-175FF94EE283}"/>
              </a:ext>
            </a:extLst>
          </p:cNvPr>
          <p:cNvSpPr txBox="1">
            <a:spLocks/>
          </p:cNvSpPr>
          <p:nvPr/>
        </p:nvSpPr>
        <p:spPr>
          <a:xfrm>
            <a:off x="11764597" y="3397087"/>
            <a:ext cx="4694604" cy="28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ungee"/>
              <a:buNone/>
              <a:defRPr sz="2000" b="0" i="0" u="none" strike="noStrike" cap="none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9pPr>
          </a:lstStyle>
          <a:p>
            <a:pPr marL="0" indent="0"/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Bodoni MT" panose="02070603080606020203" pitchFamily="18" charset="0"/>
                <a:ea typeface="+mn-ea"/>
                <a:cs typeface="+mn-cs"/>
              </a:rPr>
              <a:t>Data modeling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/>
      <p:bldP spid="22" grpId="0"/>
      <p:bldP spid="27" grpId="0" animBg="1"/>
      <p:bldP spid="28" grpId="0" animBg="1"/>
      <p:bldP spid="29" grpId="0" animBg="1"/>
      <p:bldP spid="31" grpId="0" animBg="1"/>
      <p:bldP spid="32" grpId="0"/>
      <p:bldP spid="33" grpId="0" animBg="1"/>
      <p:bldP spid="34" grpId="0"/>
      <p:bldP spid="35" grpId="0" animBg="1"/>
      <p:bldP spid="36" grpId="0"/>
      <p:bldP spid="37" grpId="0" animBg="1"/>
      <p:bldP spid="38" grpId="0"/>
      <p:bldP spid="39" grpId="0" animBg="1"/>
      <p:bldP spid="40" grpId="0"/>
      <p:bldP spid="41" grpId="0"/>
      <p:bldP spid="42" grpId="0" animBg="1"/>
      <p:bldP spid="43" grpId="0"/>
      <p:bldP spid="44" grpId="0" animBg="1"/>
      <p:bldP spid="45" grpId="0"/>
      <p:bldP spid="46" grpId="0" animBg="1"/>
      <p:bldP spid="48" grpId="0" animBg="1"/>
      <p:bldP spid="49" grpId="0"/>
      <p:bldP spid="50" grpId="0" animBg="1"/>
      <p:bldP spid="51" grpId="0"/>
      <p:bldP spid="52" grpId="0"/>
      <p:bldP spid="58" grpId="0" animBg="1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366093" y="3599555"/>
            <a:ext cx="1381570" cy="1381570"/>
          </a:xfrm>
          <a:custGeom>
            <a:avLst/>
            <a:gdLst/>
            <a:ahLst/>
            <a:cxnLst/>
            <a:rect l="l" t="t" r="r" b="b"/>
            <a:pathLst>
              <a:path w="1381570" h="1381570">
                <a:moveTo>
                  <a:pt x="0" y="0"/>
                </a:moveTo>
                <a:lnTo>
                  <a:pt x="1381570" y="0"/>
                </a:lnTo>
                <a:lnTo>
                  <a:pt x="1381570" y="1381571"/>
                </a:lnTo>
                <a:lnTo>
                  <a:pt x="0" y="13815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425496" y="5756286"/>
            <a:ext cx="1381570" cy="1381570"/>
          </a:xfrm>
          <a:custGeom>
            <a:avLst/>
            <a:gdLst/>
            <a:ahLst/>
            <a:cxnLst/>
            <a:rect l="l" t="t" r="r" b="b"/>
            <a:pathLst>
              <a:path w="1381570" h="1381570">
                <a:moveTo>
                  <a:pt x="0" y="0"/>
                </a:moveTo>
                <a:lnTo>
                  <a:pt x="1381570" y="0"/>
                </a:lnTo>
                <a:lnTo>
                  <a:pt x="1381570" y="1381570"/>
                </a:lnTo>
                <a:lnTo>
                  <a:pt x="0" y="1381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028700" y="3366111"/>
            <a:ext cx="4899276" cy="4397910"/>
          </a:xfrm>
          <a:custGeom>
            <a:avLst/>
            <a:gdLst/>
            <a:ahLst/>
            <a:cxnLst/>
            <a:rect l="l" t="t" r="r" b="b"/>
            <a:pathLst>
              <a:path w="4899276" h="3623338">
                <a:moveTo>
                  <a:pt x="0" y="0"/>
                </a:moveTo>
                <a:lnTo>
                  <a:pt x="4899276" y="0"/>
                </a:lnTo>
                <a:lnTo>
                  <a:pt x="4899276" y="3623338"/>
                </a:lnTo>
                <a:lnTo>
                  <a:pt x="0" y="3623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7747662" y="3775030"/>
            <a:ext cx="7773138" cy="1624227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Bodoni MT" panose="02070603080606020203" pitchFamily="18" charset="0"/>
              </a:rPr>
              <a:t>Our project uses HR Analytics to identify the main reasons behind employee attrition and predict turnover trends using data insights. It helps organizations keep valuable employees through targeted, proactive actions.</a:t>
            </a:r>
            <a:endParaRPr lang="en-US" sz="2800">
              <a:solidFill>
                <a:schemeClr val="accent1">
                  <a:lumMod val="50000"/>
                </a:schemeClr>
              </a:solidFill>
              <a:latin typeface="Bodoni MT" panose="02070603080606020203" pitchFamily="18" charset="0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747663" y="6203699"/>
            <a:ext cx="7773137" cy="1624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Bodoni MT" panose="02070603080606020203" pitchFamily="18" charset="0"/>
              </a:rPr>
              <a:t>By analyzing employee demographics, satisfaction, and performance, our project uncovers important workforce patterns. It </a:t>
            </a:r>
            <a:r>
              <a:rPr lang="en-US" sz="3200">
                <a:solidFill>
                  <a:schemeClr val="accent1">
                    <a:lumMod val="50000"/>
                  </a:schemeClr>
                </a:solidFill>
                <a:latin typeface="Bodoni MT" panose="02070603080606020203" pitchFamily="18" charset="0"/>
              </a:rPr>
              <a:t>provides</a:t>
            </a: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Bodoni MT" panose="02070603080606020203" pitchFamily="18" charset="0"/>
              </a:rPr>
              <a:t> clear, practical recommendations to improve engagement and manage teams more effectively.</a:t>
            </a:r>
            <a:endParaRPr lang="en-US" sz="2800">
              <a:solidFill>
                <a:schemeClr val="accent1">
                  <a:lumMod val="50000"/>
                </a:schemeClr>
              </a:solidFill>
              <a:latin typeface="Bodoni MT" panose="02070603080606020203" pitchFamily="18" charset="0"/>
              <a:sym typeface="Red Hat Display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576965" y="4042106"/>
            <a:ext cx="959825" cy="496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sz="3199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96365" y="6280673"/>
            <a:ext cx="959825" cy="496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sz="3199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01135" y="2476500"/>
            <a:ext cx="6559765" cy="89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13"/>
              </a:lnSpc>
            </a:pPr>
            <a:r>
              <a:rPr lang="en-US" sz="5718" b="1" i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INTRODUCTION </a:t>
            </a:r>
          </a:p>
        </p:txBody>
      </p:sp>
      <p:sp>
        <p:nvSpPr>
          <p:cNvPr id="26" name="Freeform 26"/>
          <p:cNvSpPr/>
          <p:nvPr/>
        </p:nvSpPr>
        <p:spPr>
          <a:xfrm>
            <a:off x="12993540" y="-2095015"/>
            <a:ext cx="6727323" cy="4586811"/>
          </a:xfrm>
          <a:custGeom>
            <a:avLst/>
            <a:gdLst/>
            <a:ahLst/>
            <a:cxnLst/>
            <a:rect l="l" t="t" r="r" b="b"/>
            <a:pathLst>
              <a:path w="6727323" h="4586811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 rot="635325">
            <a:off x="-1442576" y="8071855"/>
            <a:ext cx="7907020" cy="6699403"/>
          </a:xfrm>
          <a:custGeom>
            <a:avLst/>
            <a:gdLst/>
            <a:ahLst/>
            <a:cxnLst/>
            <a:rect l="l" t="t" r="r" b="b"/>
            <a:pathLst>
              <a:path w="7907020" h="6699403">
                <a:moveTo>
                  <a:pt x="0" y="0"/>
                </a:moveTo>
                <a:lnTo>
                  <a:pt x="7907020" y="0"/>
                </a:lnTo>
                <a:lnTo>
                  <a:pt x="7907020" y="6699403"/>
                </a:lnTo>
                <a:lnTo>
                  <a:pt x="0" y="66994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 rot="-226878">
            <a:off x="-267547" y="148087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 rot="2830696">
            <a:off x="14939466" y="8144946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9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9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9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9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4" grpId="0" animBg="1"/>
      <p:bldP spid="15" grpId="0"/>
      <p:bldP spid="16" grpId="0"/>
      <p:bldP spid="21" grpId="0"/>
      <p:bldP spid="22" grpId="0"/>
      <p:bldP spid="25" grpId="0"/>
      <p:bldP spid="26" grpId="0" animBg="1"/>
      <p:bldP spid="27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366093" y="2316322"/>
            <a:ext cx="1381570" cy="1381570"/>
          </a:xfrm>
          <a:custGeom>
            <a:avLst/>
            <a:gdLst/>
            <a:ahLst/>
            <a:cxnLst/>
            <a:rect l="l" t="t" r="r" b="b"/>
            <a:pathLst>
              <a:path w="1381570" h="1381570">
                <a:moveTo>
                  <a:pt x="0" y="0"/>
                </a:moveTo>
                <a:lnTo>
                  <a:pt x="1381570" y="0"/>
                </a:lnTo>
                <a:lnTo>
                  <a:pt x="1381570" y="1381571"/>
                </a:lnTo>
                <a:lnTo>
                  <a:pt x="0" y="13815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425496" y="4473053"/>
            <a:ext cx="1381570" cy="1381570"/>
          </a:xfrm>
          <a:custGeom>
            <a:avLst/>
            <a:gdLst/>
            <a:ahLst/>
            <a:cxnLst/>
            <a:rect l="l" t="t" r="r" b="b"/>
            <a:pathLst>
              <a:path w="1381570" h="1381570">
                <a:moveTo>
                  <a:pt x="0" y="0"/>
                </a:moveTo>
                <a:lnTo>
                  <a:pt x="1381570" y="0"/>
                </a:lnTo>
                <a:lnTo>
                  <a:pt x="1381570" y="1381570"/>
                </a:lnTo>
                <a:lnTo>
                  <a:pt x="0" y="1381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7747662" y="2501532"/>
            <a:ext cx="9321138" cy="1282402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ts val="2520"/>
              </a:lnSpc>
            </a:pPr>
            <a:r>
              <a:rPr lang="en-US" sz="3200" b="1" u="sng">
                <a:solidFill>
                  <a:schemeClr val="accent1">
                    <a:lumMod val="50000"/>
                  </a:schemeClr>
                </a:solidFill>
                <a:latin typeface="Bodoni MT" panose="02070603080606020203" pitchFamily="18" charset="0"/>
              </a:rPr>
              <a:t>🔍Lack of Insights:</a:t>
            </a:r>
          </a:p>
          <a:p>
            <a:pPr>
              <a:lnSpc>
                <a:spcPts val="2520"/>
              </a:lnSpc>
            </a:pPr>
            <a:br>
              <a:rPr lang="en-US" sz="2800">
                <a:solidFill>
                  <a:schemeClr val="accent1">
                    <a:lumMod val="50000"/>
                  </a:schemeClr>
                </a:solidFill>
                <a:latin typeface="Bodoni MT" panose="02070603080606020203" pitchFamily="18" charset="0"/>
              </a:rPr>
            </a:br>
            <a:r>
              <a:rPr lang="en-US" sz="2800">
                <a:solidFill>
                  <a:srgbClr val="0070C0"/>
                </a:solidFill>
                <a:latin typeface="Bodoni MT" panose="02070603080606020203" pitchFamily="18" charset="0"/>
              </a:rPr>
              <a:t>Many organizations face high attrition without clear understanding of the root causes</a:t>
            </a: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Bodoni MT" panose="02070603080606020203" pitchFamily="18" charset="0"/>
              </a:rPr>
              <a:t>.</a:t>
            </a:r>
            <a:endParaRPr lang="en-US" sz="2800">
              <a:solidFill>
                <a:schemeClr val="accent1">
                  <a:lumMod val="50000"/>
                </a:schemeClr>
              </a:solidFill>
              <a:latin typeface="Bodoni MT" panose="02070603080606020203" pitchFamily="18" charset="0"/>
              <a:sym typeface="Red Hat Display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747662" y="4254257"/>
            <a:ext cx="7773137" cy="20338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/>
              <a:t>.</a:t>
            </a:r>
          </a:p>
          <a:p>
            <a:pPr>
              <a:lnSpc>
                <a:spcPts val="2520"/>
              </a:lnSpc>
            </a:pP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Bodoni MT" panose="02070603080606020203" pitchFamily="18" charset="0"/>
              </a:rPr>
              <a:t>📉 </a:t>
            </a:r>
            <a:r>
              <a:rPr lang="en-US" sz="3200" b="1" u="sng">
                <a:solidFill>
                  <a:schemeClr val="accent1">
                    <a:lumMod val="50000"/>
                  </a:schemeClr>
                </a:solidFill>
                <a:latin typeface="Bodoni MT" panose="02070603080606020203" pitchFamily="18" charset="0"/>
              </a:rPr>
              <a:t>Underused Data:</a:t>
            </a:r>
          </a:p>
          <a:p>
            <a:pPr>
              <a:lnSpc>
                <a:spcPts val="2520"/>
              </a:lnSpc>
            </a:pPr>
            <a:br>
              <a:rPr lang="en-US" sz="2800">
                <a:solidFill>
                  <a:schemeClr val="accent1">
                    <a:lumMod val="50000"/>
                  </a:schemeClr>
                </a:solidFill>
                <a:latin typeface="Bodoni MT" panose="02070603080606020203" pitchFamily="18" charset="0"/>
              </a:rPr>
            </a:br>
            <a:r>
              <a:rPr lang="en-US" sz="2800">
                <a:solidFill>
                  <a:srgbClr val="0070C0"/>
                </a:solidFill>
                <a:latin typeface="Bodoni MT" panose="02070603080606020203" pitchFamily="18" charset="0"/>
              </a:rPr>
              <a:t>Without using historical data, it's hard to predict attrition or connect it with satisfaction and performance.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76965" y="2758873"/>
            <a:ext cx="959825" cy="496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sz="3199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96365" y="4997440"/>
            <a:ext cx="959825" cy="496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sz="3199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02</a:t>
            </a:r>
          </a:p>
        </p:txBody>
      </p:sp>
      <p:sp>
        <p:nvSpPr>
          <p:cNvPr id="26" name="Freeform 26"/>
          <p:cNvSpPr/>
          <p:nvPr/>
        </p:nvSpPr>
        <p:spPr>
          <a:xfrm>
            <a:off x="12993540" y="-2095015"/>
            <a:ext cx="6727323" cy="4586811"/>
          </a:xfrm>
          <a:custGeom>
            <a:avLst/>
            <a:gdLst/>
            <a:ahLst/>
            <a:cxnLst/>
            <a:rect l="l" t="t" r="r" b="b"/>
            <a:pathLst>
              <a:path w="6727323" h="4586811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 rot="635325">
            <a:off x="-2049129" y="7763391"/>
            <a:ext cx="7716162" cy="6326217"/>
          </a:xfrm>
          <a:custGeom>
            <a:avLst/>
            <a:gdLst/>
            <a:ahLst/>
            <a:cxnLst/>
            <a:rect l="l" t="t" r="r" b="b"/>
            <a:pathLst>
              <a:path w="7907020" h="6699403">
                <a:moveTo>
                  <a:pt x="0" y="0"/>
                </a:moveTo>
                <a:lnTo>
                  <a:pt x="7907020" y="0"/>
                </a:lnTo>
                <a:lnTo>
                  <a:pt x="7907020" y="6699403"/>
                </a:lnTo>
                <a:lnTo>
                  <a:pt x="0" y="66994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 rot="-226878">
            <a:off x="-267547" y="148087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 rot="2830696">
            <a:off x="14694773" y="7094421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6964" y="6713497"/>
            <a:ext cx="1383912" cy="13778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83986" y="7080782"/>
            <a:ext cx="1024217" cy="85961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9770" y="7038522"/>
            <a:ext cx="9144000" cy="13959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520"/>
              </a:lnSpc>
            </a:pPr>
            <a:r>
              <a:rPr lang="en-US" sz="3200" b="1" u="sng">
                <a:solidFill>
                  <a:schemeClr val="accent1">
                    <a:lumMod val="50000"/>
                  </a:schemeClr>
                </a:solidFill>
                <a:latin typeface="Bodoni MT" panose="02070603080606020203" pitchFamily="18" charset="0"/>
              </a:rPr>
              <a:t>⚠Hidden Risk Factors:</a:t>
            </a:r>
          </a:p>
          <a:p>
            <a:pPr>
              <a:lnSpc>
                <a:spcPts val="2520"/>
              </a:lnSpc>
            </a:pPr>
            <a:br>
              <a:rPr lang="en-US" sz="3200" b="1" u="sng">
                <a:solidFill>
                  <a:schemeClr val="accent1">
                    <a:lumMod val="50000"/>
                  </a:schemeClr>
                </a:solidFill>
                <a:latin typeface="Bodoni MT" panose="02070603080606020203" pitchFamily="18" charset="0"/>
              </a:rPr>
            </a:br>
            <a:r>
              <a:rPr lang="en-US" sz="2800">
                <a:solidFill>
                  <a:srgbClr val="0070C0"/>
                </a:solidFill>
                <a:latin typeface="Bodoni MT" panose="02070603080606020203" pitchFamily="18" charset="0"/>
              </a:rPr>
              <a:t>Limited visibility into factors like salary, role, and performance leads to weak retention strategies.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2776" y="3007107"/>
            <a:ext cx="5564828" cy="51815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33480" y="914361"/>
            <a:ext cx="1990812" cy="145693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25" name="TextBox 25"/>
          <p:cNvSpPr txBox="1"/>
          <p:nvPr/>
        </p:nvSpPr>
        <p:spPr>
          <a:xfrm>
            <a:off x="6576964" y="1193267"/>
            <a:ext cx="9196435" cy="910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13"/>
              </a:lnSpc>
            </a:pPr>
            <a:r>
              <a:rPr lang="en-US" sz="5718" b="1" i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736657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5" grpId="0"/>
      <p:bldP spid="16" grpId="0"/>
      <p:bldP spid="21" grpId="0"/>
      <p:bldP spid="22" grpId="0"/>
      <p:bldP spid="26" grpId="0" animBg="1"/>
      <p:bldP spid="27" grpId="0" animBg="1"/>
      <p:bldP spid="28" grpId="0" animBg="1"/>
      <p:bldP spid="29" grpId="0" animBg="1"/>
      <p:bldP spid="8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2CA773-9982-C0A0-1CBC-FEBFF28FD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E889B18-1274-AAA6-B60B-A02CC5DA0C2B}"/>
              </a:ext>
            </a:extLst>
          </p:cNvPr>
          <p:cNvSpPr txBox="1"/>
          <p:nvPr/>
        </p:nvSpPr>
        <p:spPr>
          <a:xfrm>
            <a:off x="4645218" y="1386963"/>
            <a:ext cx="8994142" cy="851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sz="8000" b="1" i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Objectives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AE62E91-101E-9602-EBFC-DA22DBC511DA}"/>
              </a:ext>
            </a:extLst>
          </p:cNvPr>
          <p:cNvGrpSpPr/>
          <p:nvPr/>
        </p:nvGrpSpPr>
        <p:grpSpPr>
          <a:xfrm>
            <a:off x="1452506" y="4944475"/>
            <a:ext cx="3383280" cy="3383280"/>
            <a:chOff x="0" y="0"/>
            <a:chExt cx="1069703" cy="120885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4FF994A-58F1-8721-A1A9-65AA67565726}"/>
                </a:ext>
              </a:extLst>
            </p:cNvPr>
            <p:cNvSpPr/>
            <p:nvPr/>
          </p:nvSpPr>
          <p:spPr>
            <a:xfrm>
              <a:off x="0" y="0"/>
              <a:ext cx="1069703" cy="1208858"/>
            </a:xfrm>
            <a:custGeom>
              <a:avLst/>
              <a:gdLst/>
              <a:ahLst/>
              <a:cxnLst/>
              <a:rect l="l" t="t" r="r" b="b"/>
              <a:pathLst>
                <a:path w="1069703" h="1208858">
                  <a:moveTo>
                    <a:pt x="57185" y="0"/>
                  </a:moveTo>
                  <a:lnTo>
                    <a:pt x="1012518" y="0"/>
                  </a:lnTo>
                  <a:cubicBezTo>
                    <a:pt x="1027684" y="0"/>
                    <a:pt x="1042230" y="6025"/>
                    <a:pt x="1052954" y="16749"/>
                  </a:cubicBezTo>
                  <a:cubicBezTo>
                    <a:pt x="1063678" y="27473"/>
                    <a:pt x="1069703" y="42018"/>
                    <a:pt x="1069703" y="57185"/>
                  </a:cubicBezTo>
                  <a:lnTo>
                    <a:pt x="1069703" y="1151674"/>
                  </a:lnTo>
                  <a:cubicBezTo>
                    <a:pt x="1069703" y="1183256"/>
                    <a:pt x="1044100" y="1208858"/>
                    <a:pt x="1012518" y="1208858"/>
                  </a:cubicBezTo>
                  <a:lnTo>
                    <a:pt x="57185" y="1208858"/>
                  </a:lnTo>
                  <a:cubicBezTo>
                    <a:pt x="42018" y="1208858"/>
                    <a:pt x="27473" y="1202834"/>
                    <a:pt x="16749" y="1192109"/>
                  </a:cubicBezTo>
                  <a:cubicBezTo>
                    <a:pt x="6025" y="1181385"/>
                    <a:pt x="0" y="1166840"/>
                    <a:pt x="0" y="1151674"/>
                  </a:cubicBezTo>
                  <a:lnTo>
                    <a:pt x="0" y="57185"/>
                  </a:lnTo>
                  <a:cubicBezTo>
                    <a:pt x="0" y="42018"/>
                    <a:pt x="6025" y="27473"/>
                    <a:pt x="16749" y="16749"/>
                  </a:cubicBezTo>
                  <a:cubicBezTo>
                    <a:pt x="27473" y="6025"/>
                    <a:pt x="42018" y="0"/>
                    <a:pt x="57185" y="0"/>
                  </a:cubicBezTo>
                  <a:close/>
                </a:path>
              </a:pathLst>
            </a:custGeom>
            <a:solidFill>
              <a:srgbClr val="ECE1D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4A35EC5-1D1C-81DB-BCBF-9B9EECDD0CF3}"/>
                </a:ext>
              </a:extLst>
            </p:cNvPr>
            <p:cNvSpPr txBox="1"/>
            <p:nvPr/>
          </p:nvSpPr>
          <p:spPr>
            <a:xfrm>
              <a:off x="0" y="-47625"/>
              <a:ext cx="1069703" cy="125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74DBAA37-B930-69AF-2078-CCCEB19263CD}"/>
              </a:ext>
            </a:extLst>
          </p:cNvPr>
          <p:cNvGrpSpPr/>
          <p:nvPr/>
        </p:nvGrpSpPr>
        <p:grpSpPr>
          <a:xfrm>
            <a:off x="5313154" y="4973978"/>
            <a:ext cx="3383280" cy="3383280"/>
            <a:chOff x="0" y="0"/>
            <a:chExt cx="1069703" cy="120885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0DA5594-6DDB-846F-2804-B8CDA1E80F71}"/>
                </a:ext>
              </a:extLst>
            </p:cNvPr>
            <p:cNvSpPr/>
            <p:nvPr/>
          </p:nvSpPr>
          <p:spPr>
            <a:xfrm>
              <a:off x="0" y="0"/>
              <a:ext cx="1069703" cy="1208858"/>
            </a:xfrm>
            <a:custGeom>
              <a:avLst/>
              <a:gdLst/>
              <a:ahLst/>
              <a:cxnLst/>
              <a:rect l="l" t="t" r="r" b="b"/>
              <a:pathLst>
                <a:path w="1069703" h="1208858">
                  <a:moveTo>
                    <a:pt x="57185" y="0"/>
                  </a:moveTo>
                  <a:lnTo>
                    <a:pt x="1012518" y="0"/>
                  </a:lnTo>
                  <a:cubicBezTo>
                    <a:pt x="1027684" y="0"/>
                    <a:pt x="1042230" y="6025"/>
                    <a:pt x="1052954" y="16749"/>
                  </a:cubicBezTo>
                  <a:cubicBezTo>
                    <a:pt x="1063678" y="27473"/>
                    <a:pt x="1069703" y="42018"/>
                    <a:pt x="1069703" y="57185"/>
                  </a:cubicBezTo>
                  <a:lnTo>
                    <a:pt x="1069703" y="1151674"/>
                  </a:lnTo>
                  <a:cubicBezTo>
                    <a:pt x="1069703" y="1183256"/>
                    <a:pt x="1044100" y="1208858"/>
                    <a:pt x="1012518" y="1208858"/>
                  </a:cubicBezTo>
                  <a:lnTo>
                    <a:pt x="57185" y="1208858"/>
                  </a:lnTo>
                  <a:cubicBezTo>
                    <a:pt x="42018" y="1208858"/>
                    <a:pt x="27473" y="1202834"/>
                    <a:pt x="16749" y="1192109"/>
                  </a:cubicBezTo>
                  <a:cubicBezTo>
                    <a:pt x="6025" y="1181385"/>
                    <a:pt x="0" y="1166840"/>
                    <a:pt x="0" y="1151674"/>
                  </a:cubicBezTo>
                  <a:lnTo>
                    <a:pt x="0" y="57185"/>
                  </a:lnTo>
                  <a:cubicBezTo>
                    <a:pt x="0" y="42018"/>
                    <a:pt x="6025" y="27473"/>
                    <a:pt x="16749" y="16749"/>
                  </a:cubicBezTo>
                  <a:cubicBezTo>
                    <a:pt x="27473" y="6025"/>
                    <a:pt x="42018" y="0"/>
                    <a:pt x="57185" y="0"/>
                  </a:cubicBezTo>
                  <a:close/>
                </a:path>
              </a:pathLst>
            </a:custGeom>
            <a:solidFill>
              <a:srgbClr val="ECE1D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0C6CDB9-EFE7-CBEB-4A1A-5CB0FF79FF47}"/>
                </a:ext>
              </a:extLst>
            </p:cNvPr>
            <p:cNvSpPr txBox="1"/>
            <p:nvPr/>
          </p:nvSpPr>
          <p:spPr>
            <a:xfrm>
              <a:off x="0" y="-47625"/>
              <a:ext cx="1069703" cy="125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1A63AFE-B3B1-EB39-AC48-87891C9783A8}"/>
              </a:ext>
            </a:extLst>
          </p:cNvPr>
          <p:cNvGrpSpPr/>
          <p:nvPr/>
        </p:nvGrpSpPr>
        <p:grpSpPr>
          <a:xfrm>
            <a:off x="9142289" y="4973978"/>
            <a:ext cx="3383280" cy="3383280"/>
            <a:chOff x="0" y="0"/>
            <a:chExt cx="1069703" cy="120885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FDF01BA-C6DF-9E4B-3AE2-6760ABF565BF}"/>
                </a:ext>
              </a:extLst>
            </p:cNvPr>
            <p:cNvSpPr/>
            <p:nvPr/>
          </p:nvSpPr>
          <p:spPr>
            <a:xfrm>
              <a:off x="0" y="0"/>
              <a:ext cx="1069703" cy="1208858"/>
            </a:xfrm>
            <a:custGeom>
              <a:avLst/>
              <a:gdLst/>
              <a:ahLst/>
              <a:cxnLst/>
              <a:rect l="l" t="t" r="r" b="b"/>
              <a:pathLst>
                <a:path w="1069703" h="1208858">
                  <a:moveTo>
                    <a:pt x="57185" y="0"/>
                  </a:moveTo>
                  <a:lnTo>
                    <a:pt x="1012518" y="0"/>
                  </a:lnTo>
                  <a:cubicBezTo>
                    <a:pt x="1027684" y="0"/>
                    <a:pt x="1042230" y="6025"/>
                    <a:pt x="1052954" y="16749"/>
                  </a:cubicBezTo>
                  <a:cubicBezTo>
                    <a:pt x="1063678" y="27473"/>
                    <a:pt x="1069703" y="42018"/>
                    <a:pt x="1069703" y="57185"/>
                  </a:cubicBezTo>
                  <a:lnTo>
                    <a:pt x="1069703" y="1151674"/>
                  </a:lnTo>
                  <a:cubicBezTo>
                    <a:pt x="1069703" y="1183256"/>
                    <a:pt x="1044100" y="1208858"/>
                    <a:pt x="1012518" y="1208858"/>
                  </a:cubicBezTo>
                  <a:lnTo>
                    <a:pt x="57185" y="1208858"/>
                  </a:lnTo>
                  <a:cubicBezTo>
                    <a:pt x="42018" y="1208858"/>
                    <a:pt x="27473" y="1202834"/>
                    <a:pt x="16749" y="1192109"/>
                  </a:cubicBezTo>
                  <a:cubicBezTo>
                    <a:pt x="6025" y="1181385"/>
                    <a:pt x="0" y="1166840"/>
                    <a:pt x="0" y="1151674"/>
                  </a:cubicBezTo>
                  <a:lnTo>
                    <a:pt x="0" y="57185"/>
                  </a:lnTo>
                  <a:cubicBezTo>
                    <a:pt x="0" y="42018"/>
                    <a:pt x="6025" y="27473"/>
                    <a:pt x="16749" y="16749"/>
                  </a:cubicBezTo>
                  <a:cubicBezTo>
                    <a:pt x="27473" y="6025"/>
                    <a:pt x="42018" y="0"/>
                    <a:pt x="57185" y="0"/>
                  </a:cubicBezTo>
                  <a:close/>
                </a:path>
              </a:pathLst>
            </a:custGeom>
            <a:solidFill>
              <a:srgbClr val="ECE1D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5117BA9-BD77-4BFB-2222-9C0BBBEED4C2}"/>
                </a:ext>
              </a:extLst>
            </p:cNvPr>
            <p:cNvSpPr txBox="1"/>
            <p:nvPr/>
          </p:nvSpPr>
          <p:spPr>
            <a:xfrm>
              <a:off x="0" y="-47625"/>
              <a:ext cx="1069703" cy="125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9DA8997B-835C-8E4E-53D2-F405FF587966}"/>
              </a:ext>
            </a:extLst>
          </p:cNvPr>
          <p:cNvGrpSpPr/>
          <p:nvPr/>
        </p:nvGrpSpPr>
        <p:grpSpPr>
          <a:xfrm>
            <a:off x="1430268" y="3737624"/>
            <a:ext cx="3383280" cy="914400"/>
            <a:chOff x="0" y="0"/>
            <a:chExt cx="1069703" cy="491672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2BDD1D82-F044-9A2C-ECCE-B9C044823BE8}"/>
                </a:ext>
              </a:extLst>
            </p:cNvPr>
            <p:cNvSpPr/>
            <p:nvPr/>
          </p:nvSpPr>
          <p:spPr>
            <a:xfrm>
              <a:off x="0" y="0"/>
              <a:ext cx="1069703" cy="491672"/>
            </a:xfrm>
            <a:custGeom>
              <a:avLst/>
              <a:gdLst/>
              <a:ahLst/>
              <a:cxnLst/>
              <a:rect l="l" t="t" r="r" b="b"/>
              <a:pathLst>
                <a:path w="1069703" h="491672">
                  <a:moveTo>
                    <a:pt x="57185" y="0"/>
                  </a:moveTo>
                  <a:lnTo>
                    <a:pt x="1012518" y="0"/>
                  </a:lnTo>
                  <a:cubicBezTo>
                    <a:pt x="1027684" y="0"/>
                    <a:pt x="1042230" y="6025"/>
                    <a:pt x="1052954" y="16749"/>
                  </a:cubicBezTo>
                  <a:cubicBezTo>
                    <a:pt x="1063678" y="27473"/>
                    <a:pt x="1069703" y="42018"/>
                    <a:pt x="1069703" y="57185"/>
                  </a:cubicBezTo>
                  <a:lnTo>
                    <a:pt x="1069703" y="434487"/>
                  </a:lnTo>
                  <a:cubicBezTo>
                    <a:pt x="1069703" y="466069"/>
                    <a:pt x="1044100" y="491672"/>
                    <a:pt x="1012518" y="491672"/>
                  </a:cubicBezTo>
                  <a:lnTo>
                    <a:pt x="57185" y="491672"/>
                  </a:lnTo>
                  <a:cubicBezTo>
                    <a:pt x="42018" y="491672"/>
                    <a:pt x="27473" y="485647"/>
                    <a:pt x="16749" y="474923"/>
                  </a:cubicBezTo>
                  <a:cubicBezTo>
                    <a:pt x="6025" y="464198"/>
                    <a:pt x="0" y="449653"/>
                    <a:pt x="0" y="434487"/>
                  </a:cubicBezTo>
                  <a:lnTo>
                    <a:pt x="0" y="57185"/>
                  </a:lnTo>
                  <a:cubicBezTo>
                    <a:pt x="0" y="42018"/>
                    <a:pt x="6025" y="27473"/>
                    <a:pt x="16749" y="16749"/>
                  </a:cubicBezTo>
                  <a:cubicBezTo>
                    <a:pt x="27473" y="6025"/>
                    <a:pt x="42018" y="0"/>
                    <a:pt x="57185" y="0"/>
                  </a:cubicBezTo>
                  <a:close/>
                </a:path>
              </a:pathLst>
            </a:custGeom>
            <a:solidFill>
              <a:srgbClr val="5B7AB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2C913F46-3AEF-076A-287F-2AFCBDF558F5}"/>
                </a:ext>
              </a:extLst>
            </p:cNvPr>
            <p:cNvSpPr txBox="1"/>
            <p:nvPr/>
          </p:nvSpPr>
          <p:spPr>
            <a:xfrm>
              <a:off x="0" y="-47625"/>
              <a:ext cx="1069703" cy="539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76D0D47C-CC7E-7A8C-790F-1560509FBD44}"/>
              </a:ext>
            </a:extLst>
          </p:cNvPr>
          <p:cNvGrpSpPr/>
          <p:nvPr/>
        </p:nvGrpSpPr>
        <p:grpSpPr>
          <a:xfrm>
            <a:off x="5225090" y="3708869"/>
            <a:ext cx="3471342" cy="1002972"/>
            <a:chOff x="0" y="-47625"/>
            <a:chExt cx="1097546" cy="539297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B6317D8C-04D9-D48C-D845-34A878A82BDA}"/>
                </a:ext>
              </a:extLst>
            </p:cNvPr>
            <p:cNvSpPr/>
            <p:nvPr/>
          </p:nvSpPr>
          <p:spPr>
            <a:xfrm>
              <a:off x="27843" y="-11068"/>
              <a:ext cx="1069703" cy="491672"/>
            </a:xfrm>
            <a:custGeom>
              <a:avLst/>
              <a:gdLst/>
              <a:ahLst/>
              <a:cxnLst/>
              <a:rect l="l" t="t" r="r" b="b"/>
              <a:pathLst>
                <a:path w="1069703" h="491672">
                  <a:moveTo>
                    <a:pt x="57185" y="0"/>
                  </a:moveTo>
                  <a:lnTo>
                    <a:pt x="1012518" y="0"/>
                  </a:lnTo>
                  <a:cubicBezTo>
                    <a:pt x="1027684" y="0"/>
                    <a:pt x="1042230" y="6025"/>
                    <a:pt x="1052954" y="16749"/>
                  </a:cubicBezTo>
                  <a:cubicBezTo>
                    <a:pt x="1063678" y="27473"/>
                    <a:pt x="1069703" y="42018"/>
                    <a:pt x="1069703" y="57185"/>
                  </a:cubicBezTo>
                  <a:lnTo>
                    <a:pt x="1069703" y="434487"/>
                  </a:lnTo>
                  <a:cubicBezTo>
                    <a:pt x="1069703" y="466069"/>
                    <a:pt x="1044100" y="491672"/>
                    <a:pt x="1012518" y="491672"/>
                  </a:cubicBezTo>
                  <a:lnTo>
                    <a:pt x="57185" y="491672"/>
                  </a:lnTo>
                  <a:cubicBezTo>
                    <a:pt x="42018" y="491672"/>
                    <a:pt x="27473" y="485647"/>
                    <a:pt x="16749" y="474923"/>
                  </a:cubicBezTo>
                  <a:cubicBezTo>
                    <a:pt x="6025" y="464198"/>
                    <a:pt x="0" y="449653"/>
                    <a:pt x="0" y="434487"/>
                  </a:cubicBezTo>
                  <a:lnTo>
                    <a:pt x="0" y="57185"/>
                  </a:lnTo>
                  <a:cubicBezTo>
                    <a:pt x="0" y="42018"/>
                    <a:pt x="6025" y="27473"/>
                    <a:pt x="16749" y="16749"/>
                  </a:cubicBezTo>
                  <a:cubicBezTo>
                    <a:pt x="27473" y="6025"/>
                    <a:pt x="42018" y="0"/>
                    <a:pt x="57185" y="0"/>
                  </a:cubicBezTo>
                  <a:close/>
                </a:path>
              </a:pathLst>
            </a:custGeom>
            <a:solidFill>
              <a:srgbClr val="5B7AB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3539D8F3-F221-6E71-91F8-EA3B071C0360}"/>
                </a:ext>
              </a:extLst>
            </p:cNvPr>
            <p:cNvSpPr txBox="1"/>
            <p:nvPr/>
          </p:nvSpPr>
          <p:spPr>
            <a:xfrm>
              <a:off x="0" y="-47625"/>
              <a:ext cx="1069703" cy="539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DA87F317-6D2B-6476-3DC8-34B659F732AE}"/>
              </a:ext>
            </a:extLst>
          </p:cNvPr>
          <p:cNvGrpSpPr/>
          <p:nvPr/>
        </p:nvGrpSpPr>
        <p:grpSpPr>
          <a:xfrm>
            <a:off x="9143105" y="3641269"/>
            <a:ext cx="3439072" cy="1018538"/>
            <a:chOff x="-17640" y="-47625"/>
            <a:chExt cx="1087343" cy="547667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38DB5F5B-BA8A-E3C8-119C-E484734BD6FA}"/>
                </a:ext>
              </a:extLst>
            </p:cNvPr>
            <p:cNvSpPr/>
            <p:nvPr/>
          </p:nvSpPr>
          <p:spPr>
            <a:xfrm>
              <a:off x="-17640" y="8370"/>
              <a:ext cx="1069703" cy="491672"/>
            </a:xfrm>
            <a:custGeom>
              <a:avLst/>
              <a:gdLst/>
              <a:ahLst/>
              <a:cxnLst/>
              <a:rect l="l" t="t" r="r" b="b"/>
              <a:pathLst>
                <a:path w="1069703" h="491672">
                  <a:moveTo>
                    <a:pt x="57185" y="0"/>
                  </a:moveTo>
                  <a:lnTo>
                    <a:pt x="1012518" y="0"/>
                  </a:lnTo>
                  <a:cubicBezTo>
                    <a:pt x="1027684" y="0"/>
                    <a:pt x="1042230" y="6025"/>
                    <a:pt x="1052954" y="16749"/>
                  </a:cubicBezTo>
                  <a:cubicBezTo>
                    <a:pt x="1063678" y="27473"/>
                    <a:pt x="1069703" y="42018"/>
                    <a:pt x="1069703" y="57185"/>
                  </a:cubicBezTo>
                  <a:lnTo>
                    <a:pt x="1069703" y="434487"/>
                  </a:lnTo>
                  <a:cubicBezTo>
                    <a:pt x="1069703" y="466069"/>
                    <a:pt x="1044100" y="491672"/>
                    <a:pt x="1012518" y="491672"/>
                  </a:cubicBezTo>
                  <a:lnTo>
                    <a:pt x="57185" y="491672"/>
                  </a:lnTo>
                  <a:cubicBezTo>
                    <a:pt x="42018" y="491672"/>
                    <a:pt x="27473" y="485647"/>
                    <a:pt x="16749" y="474923"/>
                  </a:cubicBezTo>
                  <a:cubicBezTo>
                    <a:pt x="6025" y="464198"/>
                    <a:pt x="0" y="449653"/>
                    <a:pt x="0" y="434487"/>
                  </a:cubicBezTo>
                  <a:lnTo>
                    <a:pt x="0" y="57185"/>
                  </a:lnTo>
                  <a:cubicBezTo>
                    <a:pt x="0" y="42018"/>
                    <a:pt x="6025" y="27473"/>
                    <a:pt x="16749" y="16749"/>
                  </a:cubicBezTo>
                  <a:cubicBezTo>
                    <a:pt x="27473" y="6025"/>
                    <a:pt x="42018" y="0"/>
                    <a:pt x="57185" y="0"/>
                  </a:cubicBezTo>
                  <a:close/>
                </a:path>
              </a:pathLst>
            </a:custGeom>
            <a:solidFill>
              <a:srgbClr val="5B7AB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E100D7FB-E55B-300E-BF70-B863AB3CE002}"/>
                </a:ext>
              </a:extLst>
            </p:cNvPr>
            <p:cNvSpPr txBox="1"/>
            <p:nvPr/>
          </p:nvSpPr>
          <p:spPr>
            <a:xfrm>
              <a:off x="0" y="-47625"/>
              <a:ext cx="1069703" cy="539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C3E42BA7-F26E-3A86-0FD3-78D8391E93FE}"/>
              </a:ext>
            </a:extLst>
          </p:cNvPr>
          <p:cNvSpPr txBox="1"/>
          <p:nvPr/>
        </p:nvSpPr>
        <p:spPr>
          <a:xfrm>
            <a:off x="2630069" y="4029859"/>
            <a:ext cx="1066671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3200" b="1">
                <a:solidFill>
                  <a:srgbClr val="FBFCFE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01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4344D110-DE26-9995-5EEF-48A24CAC895A}"/>
              </a:ext>
            </a:extLst>
          </p:cNvPr>
          <p:cNvSpPr txBox="1"/>
          <p:nvPr/>
        </p:nvSpPr>
        <p:spPr>
          <a:xfrm>
            <a:off x="6335663" y="4017167"/>
            <a:ext cx="1338262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3200" b="1">
                <a:solidFill>
                  <a:srgbClr val="FBFCFE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02</a:t>
            </a:r>
            <a:endParaRPr lang="en-US" sz="3200" b="1">
              <a:solidFill>
                <a:srgbClr val="FBFCFE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C3A8BC19-38EF-0D75-6870-377A3808EAAE}"/>
              </a:ext>
            </a:extLst>
          </p:cNvPr>
          <p:cNvSpPr txBox="1"/>
          <p:nvPr/>
        </p:nvSpPr>
        <p:spPr>
          <a:xfrm>
            <a:off x="9888520" y="3976815"/>
            <a:ext cx="1820117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3200" b="1">
                <a:solidFill>
                  <a:srgbClr val="FBFCFE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03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F2B9E01C-AAEE-D5DC-F48C-D22226A96A68}"/>
              </a:ext>
            </a:extLst>
          </p:cNvPr>
          <p:cNvSpPr txBox="1"/>
          <p:nvPr/>
        </p:nvSpPr>
        <p:spPr>
          <a:xfrm>
            <a:off x="1519070" y="5501803"/>
            <a:ext cx="3397769" cy="16030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2800" b="1">
                <a:solidFill>
                  <a:schemeClr val="tx2">
                    <a:lumMod val="75000"/>
                  </a:schemeClr>
                </a:solidFill>
                <a:latin typeface="Bodoni MT" panose="02070603080606020203" pitchFamily="18" charset="0"/>
                <a:ea typeface="Montserrat Semi-Bold"/>
                <a:cs typeface="Montserrat Semi-Bold"/>
                <a:sym typeface="Montserrat Semi-Bold"/>
              </a:rPr>
              <a:t>Detect attrition patterns across demographics (age, Gender , etc.)</a:t>
            </a:r>
          </a:p>
          <a:p>
            <a:pPr algn="ctr">
              <a:lnSpc>
                <a:spcPts val="2519"/>
              </a:lnSpc>
            </a:pPr>
            <a:r>
              <a:rPr lang="en-US" sz="1799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73BFD1F-E770-CBF2-B6D1-8938D4717E57}"/>
              </a:ext>
            </a:extLst>
          </p:cNvPr>
          <p:cNvSpPr txBox="1"/>
          <p:nvPr/>
        </p:nvSpPr>
        <p:spPr>
          <a:xfrm>
            <a:off x="5347431" y="5603295"/>
            <a:ext cx="3383280" cy="1282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2800" b="1">
                <a:solidFill>
                  <a:schemeClr val="tx2">
                    <a:lumMod val="75000"/>
                  </a:schemeClr>
                </a:solidFill>
                <a:latin typeface="Bodoni MT" panose="02070603080606020203" pitchFamily="18" charset="0"/>
                <a:ea typeface="Montserrat Semi-Bold"/>
                <a:cs typeface="Montserrat Semi-Bold"/>
                <a:sym typeface="Montserrat Semi-Bold"/>
              </a:rPr>
              <a:t>Identify key factors contributing to employee attrition.</a:t>
            </a:r>
          </a:p>
          <a:p>
            <a:pPr algn="ctr">
              <a:lnSpc>
                <a:spcPts val="2519"/>
              </a:lnSpc>
            </a:pPr>
            <a:r>
              <a:rPr lang="en-US" sz="1799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F9D3459-3C9A-7FE1-5795-F639FA629723}"/>
              </a:ext>
            </a:extLst>
          </p:cNvPr>
          <p:cNvSpPr txBox="1"/>
          <p:nvPr/>
        </p:nvSpPr>
        <p:spPr>
          <a:xfrm>
            <a:off x="9237878" y="5433417"/>
            <a:ext cx="3003644" cy="2923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4938" lvl="1" algn="ctr"/>
            <a:r>
              <a:rPr lang="en-US" sz="2800" b="1">
                <a:solidFill>
                  <a:schemeClr val="tx2">
                    <a:lumMod val="75000"/>
                  </a:schemeClr>
                </a:solidFill>
                <a:latin typeface="Bodoni MT" panose="02070603080606020203" pitchFamily="18" charset="0"/>
                <a:ea typeface="Montserrat Semi-Bold"/>
                <a:cs typeface="Montserrat Semi-Bold"/>
                <a:sym typeface="Montserrat Semi-Bold"/>
              </a:rPr>
              <a:t>Analyze the relationship between job satisfaction, performance, </a:t>
            </a:r>
          </a:p>
          <a:p>
            <a:pPr marL="274938" lvl="1" algn="ctr"/>
            <a:r>
              <a:rPr lang="en-US" sz="2800" b="1">
                <a:solidFill>
                  <a:schemeClr val="tx2">
                    <a:lumMod val="75000"/>
                  </a:schemeClr>
                </a:solidFill>
                <a:latin typeface="Bodoni MT" panose="02070603080606020203" pitchFamily="18" charset="0"/>
                <a:ea typeface="Montserrat Semi-Bold"/>
                <a:cs typeface="Montserrat Semi-Bold"/>
                <a:sym typeface="Montserrat Semi-Bold"/>
              </a:rPr>
              <a:t>and attrition.</a:t>
            </a:r>
          </a:p>
          <a:p>
            <a:pPr algn="ctr">
              <a:lnSpc>
                <a:spcPts val="2519"/>
              </a:lnSpc>
            </a:pPr>
            <a:endParaRPr lang="en-US" sz="2800" b="1">
              <a:solidFill>
                <a:schemeClr val="tx2">
                  <a:lumMod val="75000"/>
                </a:schemeClr>
              </a:solidFill>
              <a:latin typeface="Bodoni MT" panose="02070603080606020203" pitchFamily="18" charset="0"/>
              <a:ea typeface="Montserrat Semi-Bold"/>
              <a:cs typeface="Montserrat Semi-Bold"/>
              <a:sym typeface="Red Hat Display"/>
            </a:endParaRPr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1270C493-781F-BDC2-4182-0F12EC0F91F0}"/>
              </a:ext>
            </a:extLst>
          </p:cNvPr>
          <p:cNvSpPr/>
          <p:nvPr/>
        </p:nvSpPr>
        <p:spPr>
          <a:xfrm rot="-2080684">
            <a:off x="10082077" y="8242051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75607E7D-84BD-961F-6289-FDBCEB034270}"/>
              </a:ext>
            </a:extLst>
          </p:cNvPr>
          <p:cNvSpPr/>
          <p:nvPr/>
        </p:nvSpPr>
        <p:spPr>
          <a:xfrm rot="9426524">
            <a:off x="-5086398" y="-3597659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DA6AE298-6433-BD67-2571-2028B788B4B5}"/>
              </a:ext>
            </a:extLst>
          </p:cNvPr>
          <p:cNvSpPr/>
          <p:nvPr/>
        </p:nvSpPr>
        <p:spPr>
          <a:xfrm rot="-2624874">
            <a:off x="-884948" y="90779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7B9F0560-4425-DF37-09C7-E025ADAB3EC0}"/>
              </a:ext>
            </a:extLst>
          </p:cNvPr>
          <p:cNvSpPr/>
          <p:nvPr/>
        </p:nvSpPr>
        <p:spPr>
          <a:xfrm rot="2830696">
            <a:off x="14162361" y="-652075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1" name="Group 18">
            <a:extLst>
              <a:ext uri="{FF2B5EF4-FFF2-40B4-BE49-F238E27FC236}">
                <a16:creationId xmlns:a16="http://schemas.microsoft.com/office/drawing/2014/main" id="{DA87F317-6D2B-6476-3DC8-34B659F732AE}"/>
              </a:ext>
            </a:extLst>
          </p:cNvPr>
          <p:cNvGrpSpPr/>
          <p:nvPr/>
        </p:nvGrpSpPr>
        <p:grpSpPr>
          <a:xfrm>
            <a:off x="13107388" y="3732571"/>
            <a:ext cx="3392803" cy="1002972"/>
            <a:chOff x="0" y="-47625"/>
            <a:chExt cx="1072714" cy="539297"/>
          </a:xfrm>
        </p:grpSpPr>
        <p:sp>
          <p:nvSpPr>
            <p:cNvPr id="32" name="Freeform 19">
              <a:extLst>
                <a:ext uri="{FF2B5EF4-FFF2-40B4-BE49-F238E27FC236}">
                  <a16:creationId xmlns:a16="http://schemas.microsoft.com/office/drawing/2014/main" id="{38DB5F5B-BA8A-E3C8-119C-E484734BD6FA}"/>
                </a:ext>
              </a:extLst>
            </p:cNvPr>
            <p:cNvSpPr/>
            <p:nvPr/>
          </p:nvSpPr>
          <p:spPr>
            <a:xfrm>
              <a:off x="3011" y="-27198"/>
              <a:ext cx="1069703" cy="491672"/>
            </a:xfrm>
            <a:custGeom>
              <a:avLst/>
              <a:gdLst/>
              <a:ahLst/>
              <a:cxnLst/>
              <a:rect l="l" t="t" r="r" b="b"/>
              <a:pathLst>
                <a:path w="1069703" h="491672">
                  <a:moveTo>
                    <a:pt x="57185" y="0"/>
                  </a:moveTo>
                  <a:lnTo>
                    <a:pt x="1012518" y="0"/>
                  </a:lnTo>
                  <a:cubicBezTo>
                    <a:pt x="1027684" y="0"/>
                    <a:pt x="1042230" y="6025"/>
                    <a:pt x="1052954" y="16749"/>
                  </a:cubicBezTo>
                  <a:cubicBezTo>
                    <a:pt x="1063678" y="27473"/>
                    <a:pt x="1069703" y="42018"/>
                    <a:pt x="1069703" y="57185"/>
                  </a:cubicBezTo>
                  <a:lnTo>
                    <a:pt x="1069703" y="434487"/>
                  </a:lnTo>
                  <a:cubicBezTo>
                    <a:pt x="1069703" y="466069"/>
                    <a:pt x="1044100" y="491672"/>
                    <a:pt x="1012518" y="491672"/>
                  </a:cubicBezTo>
                  <a:lnTo>
                    <a:pt x="57185" y="491672"/>
                  </a:lnTo>
                  <a:cubicBezTo>
                    <a:pt x="42018" y="491672"/>
                    <a:pt x="27473" y="485647"/>
                    <a:pt x="16749" y="474923"/>
                  </a:cubicBezTo>
                  <a:cubicBezTo>
                    <a:pt x="6025" y="464198"/>
                    <a:pt x="0" y="449653"/>
                    <a:pt x="0" y="434487"/>
                  </a:cubicBezTo>
                  <a:lnTo>
                    <a:pt x="0" y="57185"/>
                  </a:lnTo>
                  <a:cubicBezTo>
                    <a:pt x="0" y="42018"/>
                    <a:pt x="6025" y="27473"/>
                    <a:pt x="16749" y="16749"/>
                  </a:cubicBezTo>
                  <a:cubicBezTo>
                    <a:pt x="27473" y="6025"/>
                    <a:pt x="42018" y="0"/>
                    <a:pt x="57185" y="0"/>
                  </a:cubicBezTo>
                  <a:close/>
                </a:path>
              </a:pathLst>
            </a:custGeom>
            <a:solidFill>
              <a:srgbClr val="5B7AB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20">
              <a:extLst>
                <a:ext uri="{FF2B5EF4-FFF2-40B4-BE49-F238E27FC236}">
                  <a16:creationId xmlns:a16="http://schemas.microsoft.com/office/drawing/2014/main" id="{E100D7FB-E55B-300E-BF70-B863AB3CE002}"/>
                </a:ext>
              </a:extLst>
            </p:cNvPr>
            <p:cNvSpPr txBox="1"/>
            <p:nvPr/>
          </p:nvSpPr>
          <p:spPr>
            <a:xfrm>
              <a:off x="0" y="-47625"/>
              <a:ext cx="1069703" cy="539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grpSp>
        <p:nvGrpSpPr>
          <p:cNvPr id="34" name="Group 9">
            <a:extLst>
              <a:ext uri="{FF2B5EF4-FFF2-40B4-BE49-F238E27FC236}">
                <a16:creationId xmlns:a16="http://schemas.microsoft.com/office/drawing/2014/main" id="{D1A63AFE-B3B1-EB39-AC48-87891C9783A8}"/>
              </a:ext>
            </a:extLst>
          </p:cNvPr>
          <p:cNvGrpSpPr/>
          <p:nvPr/>
        </p:nvGrpSpPr>
        <p:grpSpPr>
          <a:xfrm>
            <a:off x="13116911" y="5039336"/>
            <a:ext cx="3383280" cy="3383280"/>
            <a:chOff x="0" y="0"/>
            <a:chExt cx="1069703" cy="1208858"/>
          </a:xfrm>
        </p:grpSpPr>
        <p:sp>
          <p:nvSpPr>
            <p:cNvPr id="35" name="Freeform 10">
              <a:extLst>
                <a:ext uri="{FF2B5EF4-FFF2-40B4-BE49-F238E27FC236}">
                  <a16:creationId xmlns:a16="http://schemas.microsoft.com/office/drawing/2014/main" id="{BFDF01BA-C6DF-9E4B-3AE2-6760ABF565BF}"/>
                </a:ext>
              </a:extLst>
            </p:cNvPr>
            <p:cNvSpPr/>
            <p:nvPr/>
          </p:nvSpPr>
          <p:spPr>
            <a:xfrm>
              <a:off x="0" y="0"/>
              <a:ext cx="1069703" cy="1208858"/>
            </a:xfrm>
            <a:custGeom>
              <a:avLst/>
              <a:gdLst/>
              <a:ahLst/>
              <a:cxnLst/>
              <a:rect l="l" t="t" r="r" b="b"/>
              <a:pathLst>
                <a:path w="1069703" h="1208858">
                  <a:moveTo>
                    <a:pt x="57185" y="0"/>
                  </a:moveTo>
                  <a:lnTo>
                    <a:pt x="1012518" y="0"/>
                  </a:lnTo>
                  <a:cubicBezTo>
                    <a:pt x="1027684" y="0"/>
                    <a:pt x="1042230" y="6025"/>
                    <a:pt x="1052954" y="16749"/>
                  </a:cubicBezTo>
                  <a:cubicBezTo>
                    <a:pt x="1063678" y="27473"/>
                    <a:pt x="1069703" y="42018"/>
                    <a:pt x="1069703" y="57185"/>
                  </a:cubicBezTo>
                  <a:lnTo>
                    <a:pt x="1069703" y="1151674"/>
                  </a:lnTo>
                  <a:cubicBezTo>
                    <a:pt x="1069703" y="1183256"/>
                    <a:pt x="1044100" y="1208858"/>
                    <a:pt x="1012518" y="1208858"/>
                  </a:cubicBezTo>
                  <a:lnTo>
                    <a:pt x="57185" y="1208858"/>
                  </a:lnTo>
                  <a:cubicBezTo>
                    <a:pt x="42018" y="1208858"/>
                    <a:pt x="27473" y="1202834"/>
                    <a:pt x="16749" y="1192109"/>
                  </a:cubicBezTo>
                  <a:cubicBezTo>
                    <a:pt x="6025" y="1181385"/>
                    <a:pt x="0" y="1166840"/>
                    <a:pt x="0" y="1151674"/>
                  </a:cubicBezTo>
                  <a:lnTo>
                    <a:pt x="0" y="57185"/>
                  </a:lnTo>
                  <a:cubicBezTo>
                    <a:pt x="0" y="42018"/>
                    <a:pt x="6025" y="27473"/>
                    <a:pt x="16749" y="16749"/>
                  </a:cubicBezTo>
                  <a:cubicBezTo>
                    <a:pt x="27473" y="6025"/>
                    <a:pt x="42018" y="0"/>
                    <a:pt x="57185" y="0"/>
                  </a:cubicBezTo>
                  <a:close/>
                </a:path>
              </a:pathLst>
            </a:custGeom>
            <a:solidFill>
              <a:srgbClr val="ECE1D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11">
              <a:extLst>
                <a:ext uri="{FF2B5EF4-FFF2-40B4-BE49-F238E27FC236}">
                  <a16:creationId xmlns:a16="http://schemas.microsoft.com/office/drawing/2014/main" id="{F5117BA9-BD77-4BFB-2222-9C0BBBEED4C2}"/>
                </a:ext>
              </a:extLst>
            </p:cNvPr>
            <p:cNvSpPr txBox="1"/>
            <p:nvPr/>
          </p:nvSpPr>
          <p:spPr>
            <a:xfrm>
              <a:off x="0" y="-47625"/>
              <a:ext cx="1069703" cy="125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44" name="Rectangle 43"/>
          <p:cNvSpPr/>
          <p:nvPr/>
        </p:nvSpPr>
        <p:spPr>
          <a:xfrm>
            <a:off x="14421503" y="3938558"/>
            <a:ext cx="7232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>
                <a:solidFill>
                  <a:srgbClr val="FBFCFE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04</a:t>
            </a: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13116911" y="5337147"/>
            <a:ext cx="3383280" cy="26672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/>
            <a:r>
              <a:rPr lang="en-US" sz="2800" b="1">
                <a:solidFill>
                  <a:schemeClr val="tx2">
                    <a:lumMod val="75000"/>
                  </a:schemeClr>
                </a:solidFill>
                <a:latin typeface="Bodoni MT" panose="02070603080606020203" pitchFamily="18" charset="0"/>
                <a:ea typeface="Montserrat Semi-Bold"/>
                <a:cs typeface="Montserrat Semi-Bold"/>
                <a:sym typeface="Montserrat Semi-Bold"/>
              </a:rPr>
              <a:t>Provide data-driven recommendations to improve employee retention</a:t>
            </a:r>
          </a:p>
          <a:p>
            <a:pPr marL="0" lvl="1" algn="ctr"/>
            <a:r>
              <a:rPr lang="en-US" sz="2800" b="1">
                <a:solidFill>
                  <a:schemeClr val="tx2">
                    <a:lumMod val="75000"/>
                  </a:schemeClr>
                </a:solidFill>
                <a:latin typeface="Bodoni MT" panose="02070603080606020203" pitchFamily="18" charset="0"/>
                <a:ea typeface="Montserrat Semi-Bold"/>
                <a:cs typeface="Montserrat Semi-Bold"/>
                <a:sym typeface="Montserrat Semi-Bold"/>
              </a:rPr>
              <a:t> and workforce management.</a:t>
            </a: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850" b="100000" l="6250" r="96528"/>
                    </a14:imgEffect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1683" y="402369"/>
            <a:ext cx="2741877" cy="244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245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1" grpId="0"/>
      <p:bldP spid="22" grpId="0"/>
      <p:bldP spid="23" grpId="0"/>
      <p:bldP spid="24" grpId="0"/>
      <p:bldP spid="25" grpId="0"/>
      <p:bldP spid="26" grpId="0"/>
      <p:bldP spid="27" grpId="0" animBg="1"/>
      <p:bldP spid="28" grpId="0" animBg="1"/>
      <p:bldP spid="29" grpId="0" animBg="1"/>
      <p:bldP spid="30" grpId="0" animBg="1"/>
      <p:bldP spid="44" grpId="0"/>
      <p:bldP spid="4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35"/>
          <p:cNvSpPr/>
          <p:nvPr/>
        </p:nvSpPr>
        <p:spPr>
          <a:xfrm rot="-2080684">
            <a:off x="9610627" y="7338947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 rot="9426524">
            <a:off x="-3694275" y="-3832888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 rot="-2624874">
            <a:off x="-427787" y="8649248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 rot="2830696">
            <a:off x="16617167" y="-83533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10"/>
          <a:srcRect l="-5555" r="1852"/>
          <a:stretch/>
        </p:blipFill>
        <p:spPr>
          <a:xfrm>
            <a:off x="3765364" y="188422"/>
            <a:ext cx="1136652" cy="120087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graphicFrame>
        <p:nvGraphicFramePr>
          <p:cNvPr id="40" name="Diagram 39"/>
          <p:cNvGraphicFramePr/>
          <p:nvPr>
            <p:extLst>
              <p:ext uri="{D42A27DB-BD31-4B8C-83A1-F6EECF244321}">
                <p14:modId xmlns:p14="http://schemas.microsoft.com/office/powerpoint/2010/main" val="119612657"/>
              </p:ext>
            </p:extLst>
          </p:nvPr>
        </p:nvGraphicFramePr>
        <p:xfrm>
          <a:off x="1904999" y="6649916"/>
          <a:ext cx="16061527" cy="5359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pic>
        <p:nvPicPr>
          <p:cNvPr id="43" name="Picture 4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28540" y="4732078"/>
            <a:ext cx="420660" cy="2438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81670" y="1550860"/>
            <a:ext cx="1063605" cy="9144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910870" y="4910259"/>
            <a:ext cx="1109407" cy="102829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072835" y="8249471"/>
            <a:ext cx="1097280" cy="106689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15532" y="5031010"/>
            <a:ext cx="1099911" cy="100584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1247890336"/>
              </p:ext>
            </p:extLst>
          </p:nvPr>
        </p:nvGraphicFramePr>
        <p:xfrm>
          <a:off x="3839254" y="2669586"/>
          <a:ext cx="10999232" cy="71245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1" r:lo="rId22" r:qs="rId23" r:cs="rId24"/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960234" y="8249471"/>
            <a:ext cx="1308066" cy="9144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2"/>
          <p:cNvSpPr txBox="1"/>
          <p:nvPr/>
        </p:nvSpPr>
        <p:spPr>
          <a:xfrm>
            <a:off x="3810000" y="607161"/>
            <a:ext cx="12725400" cy="851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sz="8000" b="1" i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Data Set Overview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  <p:bldP spid="38" grpId="0" animBg="1"/>
      <p:bldGraphic spid="40" grpId="0">
        <p:bldAsOne/>
      </p:bldGraphic>
      <p:bldGraphic spid="9" grpId="0">
        <p:bldAsOne/>
      </p:bldGraphic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 26"/>
          <p:cNvSpPr/>
          <p:nvPr/>
        </p:nvSpPr>
        <p:spPr>
          <a:xfrm>
            <a:off x="13639800" y="-2681690"/>
            <a:ext cx="6727323" cy="4586811"/>
          </a:xfrm>
          <a:custGeom>
            <a:avLst/>
            <a:gdLst/>
            <a:ahLst/>
            <a:cxnLst/>
            <a:rect l="l" t="t" r="r" b="b"/>
            <a:pathLst>
              <a:path w="6727323" h="4586811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6447897" y="2689887"/>
            <a:ext cx="1381570" cy="1381570"/>
          </a:xfrm>
          <a:custGeom>
            <a:avLst/>
            <a:gdLst/>
            <a:ahLst/>
            <a:cxnLst/>
            <a:rect l="l" t="t" r="r" b="b"/>
            <a:pathLst>
              <a:path w="1381570" h="1381570">
                <a:moveTo>
                  <a:pt x="0" y="0"/>
                </a:moveTo>
                <a:lnTo>
                  <a:pt x="1381570" y="0"/>
                </a:lnTo>
                <a:lnTo>
                  <a:pt x="1381570" y="1381571"/>
                </a:lnTo>
                <a:lnTo>
                  <a:pt x="0" y="13815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513832" y="4297522"/>
            <a:ext cx="1381570" cy="1381570"/>
          </a:xfrm>
          <a:custGeom>
            <a:avLst/>
            <a:gdLst/>
            <a:ahLst/>
            <a:cxnLst/>
            <a:rect l="l" t="t" r="r" b="b"/>
            <a:pathLst>
              <a:path w="1381570" h="1381570">
                <a:moveTo>
                  <a:pt x="0" y="0"/>
                </a:moveTo>
                <a:lnTo>
                  <a:pt x="1381570" y="0"/>
                </a:lnTo>
                <a:lnTo>
                  <a:pt x="1381570" y="1381570"/>
                </a:lnTo>
                <a:lnTo>
                  <a:pt x="0" y="1381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463019" y="5787443"/>
            <a:ext cx="1381570" cy="1381570"/>
          </a:xfrm>
          <a:custGeom>
            <a:avLst/>
            <a:gdLst/>
            <a:ahLst/>
            <a:cxnLst/>
            <a:rect l="l" t="t" r="r" b="b"/>
            <a:pathLst>
              <a:path w="1381570" h="1381570">
                <a:moveTo>
                  <a:pt x="0" y="0"/>
                </a:moveTo>
                <a:lnTo>
                  <a:pt x="1381570" y="0"/>
                </a:lnTo>
                <a:lnTo>
                  <a:pt x="1381570" y="1381570"/>
                </a:lnTo>
                <a:lnTo>
                  <a:pt x="0" y="1381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7829467" y="3508756"/>
            <a:ext cx="10069654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4938" lvl="1"/>
            <a:r>
              <a:rPr lang="en-US" sz="2400" b="1">
                <a:solidFill>
                  <a:srgbClr val="0070C0"/>
                </a:solidFill>
                <a:latin typeface="Bodoni MT" panose="02070603080606020203" pitchFamily="18" charset="0"/>
                <a:ea typeface="Montserrat Semi-Bold"/>
                <a:cs typeface="Montserrat Semi-Bold"/>
                <a:sym typeface="Montserrat Semi-Bold"/>
              </a:rPr>
              <a:t>Before cleaning the data, we first explored its structure, identifying the key attributes, data types, and potential issues.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95402" y="5258756"/>
            <a:ext cx="7516956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4938" lvl="1"/>
            <a:r>
              <a:rPr lang="en-US" sz="2400" b="1">
                <a:solidFill>
                  <a:srgbClr val="0070C0"/>
                </a:solidFill>
                <a:latin typeface="Bodoni MT" panose="02070603080606020203" pitchFamily="18" charset="0"/>
                <a:ea typeface="Montserrat Semi-Bold"/>
                <a:cs typeface="Montserrat Semi-Bold"/>
                <a:sym typeface="Montserrat Semi-Bold"/>
              </a:rPr>
              <a:t>No missing values were found.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09794" y="6737426"/>
            <a:ext cx="7516956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0688" lvl="1" indent="-285750"/>
            <a:r>
              <a:rPr lang="en-US" sz="2400" b="1">
                <a:solidFill>
                  <a:srgbClr val="0070C0"/>
                </a:solidFill>
                <a:latin typeface="Bodoni MT" panose="02070603080606020203" pitchFamily="18" charset="0"/>
                <a:ea typeface="Montserrat Semi-Bold"/>
                <a:cs typeface="Montserrat Semi-Bold"/>
                <a:sym typeface="Montserrat Semi-Bold"/>
              </a:rPr>
              <a:t>No duplicates found.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11861" y="3008094"/>
            <a:ext cx="5936813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83"/>
              </a:lnSpc>
            </a:pPr>
            <a:r>
              <a:rPr lang="en-US" sz="3200" b="1">
                <a:solidFill>
                  <a:schemeClr val="tx2">
                    <a:lumMod val="75000"/>
                  </a:schemeClr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Data </a:t>
            </a:r>
            <a:r>
              <a:rPr lang="en-US" sz="2800" b="1">
                <a:solidFill>
                  <a:schemeClr val="tx2">
                    <a:lumMod val="75000"/>
                  </a:schemeClr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Understanding</a:t>
            </a:r>
            <a:r>
              <a:rPr lang="en-US" sz="3200" b="1">
                <a:solidFill>
                  <a:schemeClr val="tx2">
                    <a:lumMod val="75000"/>
                  </a:schemeClr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17939" y="4632759"/>
            <a:ext cx="7748151" cy="42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800" b="1">
                <a:solidFill>
                  <a:schemeClr val="tx2">
                    <a:lumMod val="75000"/>
                  </a:schemeClr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Handling Missing Values (Null):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13545" y="6128750"/>
            <a:ext cx="5936813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4938" lvl="1"/>
            <a:r>
              <a:rPr lang="en-US" sz="2800" b="1">
                <a:solidFill>
                  <a:schemeClr val="tx2">
                    <a:lumMod val="75000"/>
                  </a:schemeClr>
                </a:solidFill>
                <a:latin typeface="Bodoni MT Black" panose="02070A03080606020203" pitchFamily="18" charset="0"/>
                <a:ea typeface="Montserrat Semi-Bold"/>
                <a:cs typeface="Montserrat Semi-Bold"/>
                <a:sym typeface="Montserrat Semi-Bold"/>
              </a:rPr>
              <a:t>Removing Duplicates: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85563" y="3087135"/>
            <a:ext cx="959825" cy="47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sz="2800" b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01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24704" y="4749652"/>
            <a:ext cx="959825" cy="47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sz="2800" b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24460" y="6191444"/>
            <a:ext cx="959825" cy="47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sz="2800" b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789903" y="627039"/>
            <a:ext cx="14706599" cy="910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13"/>
              </a:lnSpc>
            </a:pPr>
            <a:r>
              <a:rPr lang="en-US" sz="6000" b="1" i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Data Cleaning and Preprocessing</a:t>
            </a:r>
          </a:p>
        </p:txBody>
      </p:sp>
      <p:sp>
        <p:nvSpPr>
          <p:cNvPr id="27" name="Freeform 27"/>
          <p:cNvSpPr/>
          <p:nvPr/>
        </p:nvSpPr>
        <p:spPr>
          <a:xfrm rot="635325">
            <a:off x="-1923259" y="7363901"/>
            <a:ext cx="7907020" cy="6699403"/>
          </a:xfrm>
          <a:custGeom>
            <a:avLst/>
            <a:gdLst/>
            <a:ahLst/>
            <a:cxnLst/>
            <a:rect l="l" t="t" r="r" b="b"/>
            <a:pathLst>
              <a:path w="7907020" h="6699403">
                <a:moveTo>
                  <a:pt x="0" y="0"/>
                </a:moveTo>
                <a:lnTo>
                  <a:pt x="7907020" y="0"/>
                </a:lnTo>
                <a:lnTo>
                  <a:pt x="7907020" y="6699403"/>
                </a:lnTo>
                <a:lnTo>
                  <a:pt x="0" y="66994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 rot="-226878">
            <a:off x="-1485228" y="-368784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 rot="2830696">
            <a:off x="15913972" y="7406951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524" b="89524" l="6799" r="90652">
                        <a14:foregroundMark x1="67989" y1="25714" x2="67989" y2="25714"/>
                        <a14:foregroundMark x1="6799" y1="20317" x2="6799" y2="20317"/>
                        <a14:foregroundMark x1="90652" y1="47302" x2="90652" y2="4730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41870" y="2799542"/>
            <a:ext cx="3362325" cy="30003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938" b="93789" l="2829" r="94676">
                        <a14:foregroundMark x1="29118" y1="65217" x2="29118" y2="65217"/>
                        <a14:foregroundMark x1="24126" y1="65839" x2="24126" y2="65839"/>
                        <a14:foregroundMark x1="24126" y1="65839" x2="24126" y2="65839"/>
                        <a14:foregroundMark x1="4326" y1="65217" x2="4326" y2="65217"/>
                        <a14:foregroundMark x1="2995" y1="49068" x2="2995" y2="49068"/>
                        <a14:foregroundMark x1="4992" y1="38199" x2="4992" y2="38199"/>
                        <a14:foregroundMark x1="4160" y1="55901" x2="4160" y2="55901"/>
                        <a14:foregroundMark x1="7654" y1="45342" x2="7654" y2="45342"/>
                        <a14:foregroundMark x1="10982" y1="55901" x2="10982" y2="55901"/>
                        <a14:foregroundMark x1="9318" y1="66770" x2="9318" y2="66770"/>
                        <a14:foregroundMark x1="7155" y1="76708" x2="7155" y2="76708"/>
                        <a14:foregroundMark x1="3328" y1="86025" x2="3328" y2="86025"/>
                        <a14:foregroundMark x1="8486" y1="91304" x2="8486" y2="91304"/>
                        <a14:foregroundMark x1="3827" y1="66149" x2="3827" y2="66149"/>
                        <a14:foregroundMark x1="8486" y1="76708" x2="8486" y2="76708"/>
                        <a14:foregroundMark x1="4992" y1="93789" x2="4992" y2="93789"/>
                        <a14:foregroundMark x1="7654" y1="42236" x2="7654" y2="42236"/>
                        <a14:foregroundMark x1="49251" y1="50621" x2="49251" y2="50621"/>
                        <a14:foregroundMark x1="84359" y1="75155" x2="84359" y2="75155"/>
                        <a14:foregroundMark x1="86522" y1="78261" x2="86522" y2="78261"/>
                        <a14:foregroundMark x1="93012" y1="76708" x2="93012" y2="76708"/>
                        <a14:foregroundMark x1="94676" y1="65217" x2="94676" y2="65217"/>
                        <a14:foregroundMark x1="22962" y1="13043" x2="22962" y2="13043"/>
                        <a14:foregroundMark x1="16306" y1="11491" x2="16306" y2="11491"/>
                        <a14:foregroundMark x1="11647" y1="12733" x2="11647" y2="12733"/>
                        <a14:foregroundMark x1="4992" y1="10559" x2="4992" y2="10559"/>
                        <a14:foregroundMark x1="31115" y1="16460" x2="31115" y2="16460"/>
                        <a14:foregroundMark x1="36106" y1="16770" x2="36106" y2="16770"/>
                        <a14:foregroundMark x1="41764" y1="15217" x2="41764" y2="15217"/>
                        <a14:foregroundMark x1="46256" y1="14286" x2="46256" y2="14286"/>
                        <a14:foregroundMark x1="51414" y1="15839" x2="51414" y2="15839"/>
                        <a14:foregroundMark x1="57404" y1="12733" x2="57404" y2="12733"/>
                        <a14:foregroundMark x1="61231" y1="14286" x2="61231" y2="14286"/>
                        <a14:foregroundMark x1="61730" y1="14286" x2="61730" y2="14286"/>
                        <a14:foregroundMark x1="67388" y1="14286" x2="67388" y2="14286"/>
                        <a14:foregroundMark x1="72047" y1="11491" x2="72047" y2="11491"/>
                        <a14:foregroundMark x1="77870" y1="10559" x2="77870" y2="10559"/>
                        <a14:foregroundMark x1="82196" y1="11180" x2="82196" y2="11180"/>
                        <a14:foregroundMark x1="83527" y1="12112" x2="83527" y2="12112"/>
                        <a14:foregroundMark x1="85524" y1="14596" x2="85524" y2="14596"/>
                        <a14:foregroundMark x1="91681" y1="11491" x2="91681" y2="11491"/>
                      </a14:backgroundRemoval>
                    </a14:imgEffect>
                  </a14:imgLayer>
                </a14:imgProps>
              </a:ext>
            </a:extLst>
          </a:blip>
          <a:srcRect t="25954"/>
          <a:stretch/>
        </p:blipFill>
        <p:spPr>
          <a:xfrm>
            <a:off x="485346" y="6739628"/>
            <a:ext cx="5464198" cy="21677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4" name="Freeform 4"/>
          <p:cNvSpPr/>
          <p:nvPr/>
        </p:nvSpPr>
        <p:spPr>
          <a:xfrm>
            <a:off x="6459932" y="7179624"/>
            <a:ext cx="1381570" cy="1381570"/>
          </a:xfrm>
          <a:custGeom>
            <a:avLst/>
            <a:gdLst/>
            <a:ahLst/>
            <a:cxnLst/>
            <a:rect l="l" t="t" r="r" b="b"/>
            <a:pathLst>
              <a:path w="1381570" h="1381570">
                <a:moveTo>
                  <a:pt x="0" y="0"/>
                </a:moveTo>
                <a:lnTo>
                  <a:pt x="1381570" y="0"/>
                </a:lnTo>
                <a:lnTo>
                  <a:pt x="1381570" y="1381570"/>
                </a:lnTo>
                <a:lnTo>
                  <a:pt x="0" y="1381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TextBox 23"/>
          <p:cNvSpPr txBox="1"/>
          <p:nvPr/>
        </p:nvSpPr>
        <p:spPr>
          <a:xfrm>
            <a:off x="6692047" y="7631754"/>
            <a:ext cx="959825" cy="47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sz="2800" b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04</a:t>
            </a:r>
          </a:p>
        </p:txBody>
      </p:sp>
      <p:sp>
        <p:nvSpPr>
          <p:cNvPr id="36" name="TextBox 20"/>
          <p:cNvSpPr txBox="1"/>
          <p:nvPr/>
        </p:nvSpPr>
        <p:spPr>
          <a:xfrm>
            <a:off x="7745388" y="7521558"/>
            <a:ext cx="7681362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4938" lvl="1"/>
            <a:r>
              <a:rPr lang="en-US" sz="2800" b="1">
                <a:solidFill>
                  <a:schemeClr val="tx2">
                    <a:lumMod val="75000"/>
                  </a:schemeClr>
                </a:solidFill>
                <a:latin typeface="Bodoni MT Black" panose="02070A03080606020203" pitchFamily="18" charset="0"/>
                <a:ea typeface="Montserrat Semi-Bold"/>
                <a:cs typeface="Montserrat Semi-Bold"/>
                <a:sym typeface="Montserrat Semi-Bold"/>
              </a:rPr>
              <a:t>Data Type Correction (hire dates):</a:t>
            </a:r>
          </a:p>
        </p:txBody>
      </p:sp>
      <p:sp>
        <p:nvSpPr>
          <p:cNvPr id="37" name="TextBox 17"/>
          <p:cNvSpPr txBox="1"/>
          <p:nvPr/>
        </p:nvSpPr>
        <p:spPr>
          <a:xfrm>
            <a:off x="7872427" y="8109064"/>
            <a:ext cx="7516956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0688" lvl="1" indent="-285750"/>
            <a:r>
              <a:rPr lang="en-US" sz="2400" b="1">
                <a:solidFill>
                  <a:srgbClr val="0070C0"/>
                </a:solidFill>
                <a:latin typeface="Bodoni MT" panose="02070603080606020203" pitchFamily="18" charset="0"/>
                <a:ea typeface="Montserrat Semi-Bold"/>
                <a:cs typeface="Montserrat Semi-Bold"/>
                <a:sym typeface="Montserrat Semi-Bold"/>
              </a:rPr>
              <a:t>Standardized date formats.</a:t>
            </a:r>
          </a:p>
        </p:txBody>
      </p:sp>
      <p:sp>
        <p:nvSpPr>
          <p:cNvPr id="38" name="Freeform 4"/>
          <p:cNvSpPr/>
          <p:nvPr/>
        </p:nvSpPr>
        <p:spPr>
          <a:xfrm>
            <a:off x="6459932" y="8582376"/>
            <a:ext cx="1381570" cy="1381570"/>
          </a:xfrm>
          <a:custGeom>
            <a:avLst/>
            <a:gdLst/>
            <a:ahLst/>
            <a:cxnLst/>
            <a:rect l="l" t="t" r="r" b="b"/>
            <a:pathLst>
              <a:path w="1381570" h="1381570">
                <a:moveTo>
                  <a:pt x="0" y="0"/>
                </a:moveTo>
                <a:lnTo>
                  <a:pt x="1381570" y="0"/>
                </a:lnTo>
                <a:lnTo>
                  <a:pt x="1381570" y="1381570"/>
                </a:lnTo>
                <a:lnTo>
                  <a:pt x="0" y="1381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TextBox 23"/>
          <p:cNvSpPr txBox="1"/>
          <p:nvPr/>
        </p:nvSpPr>
        <p:spPr>
          <a:xfrm>
            <a:off x="6724460" y="8993481"/>
            <a:ext cx="959825" cy="47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sz="2800" b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05</a:t>
            </a:r>
          </a:p>
        </p:txBody>
      </p:sp>
      <p:sp>
        <p:nvSpPr>
          <p:cNvPr id="40" name="TextBox 20"/>
          <p:cNvSpPr txBox="1"/>
          <p:nvPr/>
        </p:nvSpPr>
        <p:spPr>
          <a:xfrm>
            <a:off x="7745388" y="8809289"/>
            <a:ext cx="10057266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4938" lvl="1" indent="0">
              <a:buFont typeface="Red Hat Text"/>
              <a:buNone/>
            </a:pPr>
            <a:r>
              <a:rPr lang="en-US" sz="2800" b="1">
                <a:solidFill>
                  <a:schemeClr val="tx2">
                    <a:lumMod val="75000"/>
                  </a:schemeClr>
                </a:solidFill>
                <a:latin typeface="Bodoni MT Black" panose="02070A03080606020203" pitchFamily="18" charset="0"/>
                <a:ea typeface="Montserrat Semi-Bold"/>
                <a:cs typeface="Montserrat Semi-Bold"/>
                <a:sym typeface="Montserrat Semi-Bold"/>
              </a:rPr>
              <a:t>Standardizing &amp; Encoding Data (</a:t>
            </a:r>
            <a:r>
              <a:rPr lang="en-US" sz="2800" b="1" err="1">
                <a:solidFill>
                  <a:schemeClr val="tx2">
                    <a:lumMod val="75000"/>
                  </a:schemeClr>
                </a:solidFill>
                <a:latin typeface="Bodoni MT Black" panose="02070A03080606020203" pitchFamily="18" charset="0"/>
                <a:ea typeface="Montserrat Semi-Bold"/>
                <a:cs typeface="Montserrat Semi-Bold"/>
                <a:sym typeface="Montserrat Semi-Bold"/>
              </a:rPr>
              <a:t>yes,no</a:t>
            </a:r>
            <a:r>
              <a:rPr lang="en-US" sz="2800" b="1">
                <a:solidFill>
                  <a:schemeClr val="tx2">
                    <a:lumMod val="75000"/>
                  </a:schemeClr>
                </a:solidFill>
                <a:latin typeface="Bodoni MT Black" panose="02070A03080606020203" pitchFamily="18" charset="0"/>
                <a:ea typeface="Montserrat Semi-Bold"/>
                <a:cs typeface="Montserrat Semi-Bold"/>
                <a:sym typeface="Montserrat Semi-Bold"/>
              </a:rPr>
              <a:t>):</a:t>
            </a:r>
          </a:p>
        </p:txBody>
      </p:sp>
      <p:sp>
        <p:nvSpPr>
          <p:cNvPr id="41" name="TextBox 17"/>
          <p:cNvSpPr txBox="1"/>
          <p:nvPr/>
        </p:nvSpPr>
        <p:spPr>
          <a:xfrm>
            <a:off x="7684688" y="9310804"/>
            <a:ext cx="8056161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0688" lvl="1" indent="-285750"/>
            <a:r>
              <a:rPr lang="en-US" sz="2400" b="1">
                <a:solidFill>
                  <a:srgbClr val="0070C0"/>
                </a:solidFill>
                <a:latin typeface="Bodoni MT" panose="02070603080606020203" pitchFamily="18" charset="0"/>
                <a:ea typeface="Montserrat Semi-Bold"/>
                <a:cs typeface="Montserrat Semi-Bold"/>
                <a:sym typeface="Montserrat Semi-Bold"/>
              </a:rPr>
              <a:t>Unified text values , Encoded categorical variables for analysis.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9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9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9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9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9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9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9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9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9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9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9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9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9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9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9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9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9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" grpId="0" animBg="1"/>
      <p:bldP spid="3" grpId="0" animBg="1"/>
      <p:bldP spid="4" grpId="0" animBg="1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5" grpId="0"/>
      <p:bldP spid="27" grpId="0" animBg="1"/>
      <p:bldP spid="28" grpId="0" animBg="1"/>
      <p:bldP spid="29" grpId="0" animBg="1"/>
      <p:bldP spid="34" grpId="0" animBg="1"/>
      <p:bldP spid="35" grpId="0"/>
      <p:bldP spid="36" grpId="0"/>
      <p:bldP spid="37" grpId="0"/>
      <p:bldP spid="38" grpId="0" animBg="1"/>
      <p:bldP spid="39" grpId="0"/>
      <p:bldP spid="40" grpId="0"/>
      <p:bldP spid="4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FF35CD-DF59-2D68-AE0B-6420A59AE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 26">
            <a:extLst>
              <a:ext uri="{FF2B5EF4-FFF2-40B4-BE49-F238E27FC236}">
                <a16:creationId xmlns:a16="http://schemas.microsoft.com/office/drawing/2014/main" id="{58C4FE88-223A-A8C7-97CC-707DEBCA71E8}"/>
              </a:ext>
            </a:extLst>
          </p:cNvPr>
          <p:cNvSpPr/>
          <p:nvPr/>
        </p:nvSpPr>
        <p:spPr>
          <a:xfrm>
            <a:off x="13639800" y="-2681690"/>
            <a:ext cx="6727323" cy="4586811"/>
          </a:xfrm>
          <a:custGeom>
            <a:avLst/>
            <a:gdLst/>
            <a:ahLst/>
            <a:cxnLst/>
            <a:rect l="l" t="t" r="r" b="b"/>
            <a:pathLst>
              <a:path w="6727323" h="4586811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6E21BC77-041B-8998-0EC5-42D9B815EE1B}"/>
              </a:ext>
            </a:extLst>
          </p:cNvPr>
          <p:cNvSpPr/>
          <p:nvPr/>
        </p:nvSpPr>
        <p:spPr>
          <a:xfrm>
            <a:off x="5990697" y="3501047"/>
            <a:ext cx="1381570" cy="1381570"/>
          </a:xfrm>
          <a:custGeom>
            <a:avLst/>
            <a:gdLst/>
            <a:ahLst/>
            <a:cxnLst/>
            <a:rect l="l" t="t" r="r" b="b"/>
            <a:pathLst>
              <a:path w="1381570" h="1381570">
                <a:moveTo>
                  <a:pt x="0" y="0"/>
                </a:moveTo>
                <a:lnTo>
                  <a:pt x="1381570" y="0"/>
                </a:lnTo>
                <a:lnTo>
                  <a:pt x="1381570" y="1381571"/>
                </a:lnTo>
                <a:lnTo>
                  <a:pt x="0" y="13815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4D80526-9E1B-0FD4-CCCA-570A5D4B82CA}"/>
              </a:ext>
            </a:extLst>
          </p:cNvPr>
          <p:cNvSpPr/>
          <p:nvPr/>
        </p:nvSpPr>
        <p:spPr>
          <a:xfrm>
            <a:off x="6071024" y="4931638"/>
            <a:ext cx="1381570" cy="1381570"/>
          </a:xfrm>
          <a:custGeom>
            <a:avLst/>
            <a:gdLst/>
            <a:ahLst/>
            <a:cxnLst/>
            <a:rect l="l" t="t" r="r" b="b"/>
            <a:pathLst>
              <a:path w="1381570" h="1381570">
                <a:moveTo>
                  <a:pt x="0" y="0"/>
                </a:moveTo>
                <a:lnTo>
                  <a:pt x="1381570" y="0"/>
                </a:lnTo>
                <a:lnTo>
                  <a:pt x="1381570" y="1381570"/>
                </a:lnTo>
                <a:lnTo>
                  <a:pt x="0" y="1381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E6701B3-7696-93F0-5C60-21044F26BC73}"/>
              </a:ext>
            </a:extLst>
          </p:cNvPr>
          <p:cNvSpPr/>
          <p:nvPr/>
        </p:nvSpPr>
        <p:spPr>
          <a:xfrm>
            <a:off x="6005819" y="6598603"/>
            <a:ext cx="1381570" cy="1381570"/>
          </a:xfrm>
          <a:custGeom>
            <a:avLst/>
            <a:gdLst/>
            <a:ahLst/>
            <a:cxnLst/>
            <a:rect l="l" t="t" r="r" b="b"/>
            <a:pathLst>
              <a:path w="1381570" h="1381570">
                <a:moveTo>
                  <a:pt x="0" y="0"/>
                </a:moveTo>
                <a:lnTo>
                  <a:pt x="1381570" y="0"/>
                </a:lnTo>
                <a:lnTo>
                  <a:pt x="1381570" y="1381570"/>
                </a:lnTo>
                <a:lnTo>
                  <a:pt x="0" y="1381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46C997B-669D-6727-8C6F-A52BAFDF4301}"/>
              </a:ext>
            </a:extLst>
          </p:cNvPr>
          <p:cNvSpPr txBox="1"/>
          <p:nvPr/>
        </p:nvSpPr>
        <p:spPr>
          <a:xfrm>
            <a:off x="7456345" y="4100699"/>
            <a:ext cx="10069654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4938" lvl="1"/>
            <a:r>
              <a:rPr lang="en-US" sz="2400" b="1">
                <a:solidFill>
                  <a:srgbClr val="0070C0"/>
                </a:solidFill>
                <a:latin typeface="Bodoni MT" panose="02070603080606020203" pitchFamily="18" charset="0"/>
                <a:ea typeface="Montserrat Semi-Bold"/>
                <a:cs typeface="Montserrat Semi-Bold"/>
                <a:sym typeface="Montserrat Semi-Bold"/>
              </a:rPr>
              <a:t>There’s no unnecessary spaces.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78FB8A6-CEE8-E522-4B05-E094F4D4F9B2}"/>
              </a:ext>
            </a:extLst>
          </p:cNvPr>
          <p:cNvSpPr txBox="1"/>
          <p:nvPr/>
        </p:nvSpPr>
        <p:spPr>
          <a:xfrm>
            <a:off x="7438202" y="5819200"/>
            <a:ext cx="7516956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4938" lvl="1"/>
            <a:r>
              <a:rPr lang="en-US" sz="2400" b="1">
                <a:solidFill>
                  <a:srgbClr val="0070C0"/>
                </a:solidFill>
                <a:latin typeface="Bodoni MT" panose="02070603080606020203" pitchFamily="18" charset="0"/>
                <a:ea typeface="Montserrat Semi-Bold"/>
                <a:cs typeface="Montserrat Semi-Bold"/>
                <a:sym typeface="Montserrat Semi-Bold"/>
              </a:rPr>
              <a:t>No Outliers were found.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A687374-2E23-2B08-DEC1-F8EC5235A476}"/>
              </a:ext>
            </a:extLst>
          </p:cNvPr>
          <p:cNvSpPr txBox="1"/>
          <p:nvPr/>
        </p:nvSpPr>
        <p:spPr>
          <a:xfrm>
            <a:off x="7452594" y="7548586"/>
            <a:ext cx="7516956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0688" lvl="1" indent="-285750"/>
            <a:r>
              <a:rPr lang="en-US" sz="2400" b="1">
                <a:solidFill>
                  <a:srgbClr val="0070C0"/>
                </a:solidFill>
                <a:latin typeface="Bodoni MT" panose="02070603080606020203" pitchFamily="18" charset="0"/>
                <a:ea typeface="Montserrat Semi-Bold"/>
                <a:cs typeface="Montserrat Semi-Bold"/>
                <a:sym typeface="Montserrat Semi-Bold"/>
              </a:rPr>
              <a:t>If there’s wrong entered values 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8E07478-27FC-F5D4-F704-016B276D43A2}"/>
              </a:ext>
            </a:extLst>
          </p:cNvPr>
          <p:cNvSpPr txBox="1"/>
          <p:nvPr/>
        </p:nvSpPr>
        <p:spPr>
          <a:xfrm>
            <a:off x="7560739" y="3610702"/>
            <a:ext cx="8146293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83"/>
              </a:lnSpc>
            </a:pPr>
            <a:r>
              <a:rPr lang="en-US" sz="3200" b="1">
                <a:solidFill>
                  <a:schemeClr val="tx2">
                    <a:lumMod val="75000"/>
                  </a:schemeClr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Trim (removing unnecessary spaces):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3319C6-7664-176B-46E0-006E1289A0E7}"/>
              </a:ext>
            </a:extLst>
          </p:cNvPr>
          <p:cNvSpPr txBox="1"/>
          <p:nvPr/>
        </p:nvSpPr>
        <p:spPr>
          <a:xfrm>
            <a:off x="7560739" y="5193203"/>
            <a:ext cx="8898461" cy="429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800" b="1">
                <a:solidFill>
                  <a:schemeClr val="tx2">
                    <a:lumMod val="75000"/>
                  </a:schemeClr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Outliers (extreme values) numerical column: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EE86DB2-2ED3-8643-7AE4-3330843206FA}"/>
              </a:ext>
            </a:extLst>
          </p:cNvPr>
          <p:cNvSpPr txBox="1"/>
          <p:nvPr/>
        </p:nvSpPr>
        <p:spPr>
          <a:xfrm>
            <a:off x="7456345" y="6939910"/>
            <a:ext cx="5936813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4938" lvl="1"/>
            <a:r>
              <a:rPr lang="en-US" sz="2800" b="1">
                <a:solidFill>
                  <a:schemeClr val="tx2">
                    <a:lumMod val="75000"/>
                  </a:schemeClr>
                </a:solidFill>
                <a:latin typeface="Bodoni MT Black" panose="02070A03080606020203" pitchFamily="18" charset="0"/>
                <a:ea typeface="Montserrat Semi-Bold"/>
                <a:cs typeface="Montserrat Semi-Bold"/>
                <a:sym typeface="Montserrat Semi-Bold"/>
              </a:rPr>
              <a:t>Correct wrong values (E. L)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40DA448-B0A4-6598-DBE4-53DDE62E38E1}"/>
              </a:ext>
            </a:extLst>
          </p:cNvPr>
          <p:cNvSpPr txBox="1"/>
          <p:nvPr/>
        </p:nvSpPr>
        <p:spPr>
          <a:xfrm>
            <a:off x="6328363" y="3898295"/>
            <a:ext cx="959825" cy="47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sz="2800" b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06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065853F-6FD0-7457-368A-A94656D37899}"/>
              </a:ext>
            </a:extLst>
          </p:cNvPr>
          <p:cNvSpPr txBox="1"/>
          <p:nvPr/>
        </p:nvSpPr>
        <p:spPr>
          <a:xfrm>
            <a:off x="6267504" y="5310096"/>
            <a:ext cx="959825" cy="47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sz="2800" b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07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FB79A37-289A-F395-02E6-06FD0AFD7BD9}"/>
              </a:ext>
            </a:extLst>
          </p:cNvPr>
          <p:cNvSpPr txBox="1"/>
          <p:nvPr/>
        </p:nvSpPr>
        <p:spPr>
          <a:xfrm>
            <a:off x="6267260" y="7002604"/>
            <a:ext cx="959825" cy="47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sz="2800" b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08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3C54014-95CC-D468-3133-19E4AB7B6C04}"/>
              </a:ext>
            </a:extLst>
          </p:cNvPr>
          <p:cNvSpPr txBox="1"/>
          <p:nvPr/>
        </p:nvSpPr>
        <p:spPr>
          <a:xfrm>
            <a:off x="3276600" y="1193267"/>
            <a:ext cx="14706599" cy="910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13"/>
              </a:lnSpc>
            </a:pPr>
            <a:r>
              <a:rPr lang="en-US" sz="6000" b="1" i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Data Cleaning and Preprocessing</a:t>
            </a:r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CEB8275B-BEE9-14EF-B93E-C851ACCAF5DE}"/>
              </a:ext>
            </a:extLst>
          </p:cNvPr>
          <p:cNvSpPr/>
          <p:nvPr/>
        </p:nvSpPr>
        <p:spPr>
          <a:xfrm rot="635325">
            <a:off x="-1923259" y="7363901"/>
            <a:ext cx="7907020" cy="6699403"/>
          </a:xfrm>
          <a:custGeom>
            <a:avLst/>
            <a:gdLst/>
            <a:ahLst/>
            <a:cxnLst/>
            <a:rect l="l" t="t" r="r" b="b"/>
            <a:pathLst>
              <a:path w="7907020" h="6699403">
                <a:moveTo>
                  <a:pt x="0" y="0"/>
                </a:moveTo>
                <a:lnTo>
                  <a:pt x="7907020" y="0"/>
                </a:lnTo>
                <a:lnTo>
                  <a:pt x="7907020" y="6699403"/>
                </a:lnTo>
                <a:lnTo>
                  <a:pt x="0" y="66994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96331386-2364-D4CB-6091-53C067100F36}"/>
              </a:ext>
            </a:extLst>
          </p:cNvPr>
          <p:cNvSpPr/>
          <p:nvPr/>
        </p:nvSpPr>
        <p:spPr>
          <a:xfrm rot="-226878">
            <a:off x="-1485228" y="-368784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CF10CAD6-44FD-7099-A302-76FB7EF02E5A}"/>
              </a:ext>
            </a:extLst>
          </p:cNvPr>
          <p:cNvSpPr/>
          <p:nvPr/>
        </p:nvSpPr>
        <p:spPr>
          <a:xfrm rot="2830696">
            <a:off x="15913972" y="7406951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ADD5530-1C64-253D-D5DD-613E5FE9392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524" b="89524" l="6799" r="90652">
                        <a14:foregroundMark x1="67989" y1="25714" x2="67989" y2="25714"/>
                        <a14:foregroundMark x1="6799" y1="20317" x2="6799" y2="20317"/>
                        <a14:foregroundMark x1="90652" y1="47302" x2="90652" y2="4730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41870" y="2799542"/>
            <a:ext cx="3362325" cy="30003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36431FE-FDA7-93B3-1616-FFDD68C40BA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938" b="93789" l="2829" r="94676">
                        <a14:foregroundMark x1="29118" y1="65217" x2="29118" y2="65217"/>
                        <a14:foregroundMark x1="24126" y1="65839" x2="24126" y2="65839"/>
                        <a14:foregroundMark x1="24126" y1="65839" x2="24126" y2="65839"/>
                        <a14:foregroundMark x1="4326" y1="65217" x2="4326" y2="65217"/>
                        <a14:foregroundMark x1="2995" y1="49068" x2="2995" y2="49068"/>
                        <a14:foregroundMark x1="4992" y1="38199" x2="4992" y2="38199"/>
                        <a14:foregroundMark x1="4160" y1="55901" x2="4160" y2="55901"/>
                        <a14:foregroundMark x1="7654" y1="45342" x2="7654" y2="45342"/>
                        <a14:foregroundMark x1="10982" y1="55901" x2="10982" y2="55901"/>
                        <a14:foregroundMark x1="9318" y1="66770" x2="9318" y2="66770"/>
                        <a14:foregroundMark x1="7155" y1="76708" x2="7155" y2="76708"/>
                        <a14:foregroundMark x1="3328" y1="86025" x2="3328" y2="86025"/>
                        <a14:foregroundMark x1="8486" y1="91304" x2="8486" y2="91304"/>
                        <a14:foregroundMark x1="3827" y1="66149" x2="3827" y2="66149"/>
                        <a14:foregroundMark x1="8486" y1="76708" x2="8486" y2="76708"/>
                        <a14:foregroundMark x1="4992" y1="93789" x2="4992" y2="93789"/>
                        <a14:foregroundMark x1="7654" y1="42236" x2="7654" y2="42236"/>
                        <a14:foregroundMark x1="49251" y1="50621" x2="49251" y2="50621"/>
                        <a14:foregroundMark x1="84359" y1="75155" x2="84359" y2="75155"/>
                        <a14:foregroundMark x1="86522" y1="78261" x2="86522" y2="78261"/>
                        <a14:foregroundMark x1="93012" y1="76708" x2="93012" y2="76708"/>
                        <a14:foregroundMark x1="94676" y1="65217" x2="94676" y2="65217"/>
                        <a14:foregroundMark x1="22962" y1="13043" x2="22962" y2="13043"/>
                        <a14:foregroundMark x1="16306" y1="11491" x2="16306" y2="11491"/>
                        <a14:foregroundMark x1="11647" y1="12733" x2="11647" y2="12733"/>
                        <a14:foregroundMark x1="4992" y1="10559" x2="4992" y2="10559"/>
                        <a14:foregroundMark x1="31115" y1="16460" x2="31115" y2="16460"/>
                        <a14:foregroundMark x1="36106" y1="16770" x2="36106" y2="16770"/>
                        <a14:foregroundMark x1="41764" y1="15217" x2="41764" y2="15217"/>
                        <a14:foregroundMark x1="46256" y1="14286" x2="46256" y2="14286"/>
                        <a14:foregroundMark x1="51414" y1="15839" x2="51414" y2="15839"/>
                        <a14:foregroundMark x1="57404" y1="12733" x2="57404" y2="12733"/>
                        <a14:foregroundMark x1="61231" y1="14286" x2="61231" y2="14286"/>
                        <a14:foregroundMark x1="61730" y1="14286" x2="61730" y2="14286"/>
                        <a14:foregroundMark x1="67388" y1="14286" x2="67388" y2="14286"/>
                        <a14:foregroundMark x1="72047" y1="11491" x2="72047" y2="11491"/>
                        <a14:foregroundMark x1="77870" y1="10559" x2="77870" y2="10559"/>
                        <a14:foregroundMark x1="82196" y1="11180" x2="82196" y2="11180"/>
                        <a14:foregroundMark x1="83527" y1="12112" x2="83527" y2="12112"/>
                        <a14:foregroundMark x1="85524" y1="14596" x2="85524" y2="14596"/>
                        <a14:foregroundMark x1="91681" y1="11491" x2="91681" y2="11491"/>
                      </a14:backgroundRemoval>
                    </a14:imgEffect>
                  </a14:imgLayer>
                </a14:imgProps>
              </a:ext>
            </a:extLst>
          </a:blip>
          <a:srcRect t="25954"/>
          <a:stretch/>
        </p:blipFill>
        <p:spPr>
          <a:xfrm>
            <a:off x="485346" y="6754376"/>
            <a:ext cx="5464198" cy="21677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668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" grpId="0" animBg="1"/>
      <p:bldP spid="3" grpId="0" animBg="1"/>
      <p:bldP spid="4" grpId="0" animBg="1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5" grpId="0"/>
      <p:bldP spid="27" grpId="0" animBg="1"/>
      <p:bldP spid="28" grpId="0" animBg="1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05400" y="1000239"/>
            <a:ext cx="9759051" cy="824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sz="7200" b="1" i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Data Modeling</a:t>
            </a:r>
          </a:p>
        </p:txBody>
      </p:sp>
      <p:sp>
        <p:nvSpPr>
          <p:cNvPr id="35" name="Freeform 35"/>
          <p:cNvSpPr/>
          <p:nvPr/>
        </p:nvSpPr>
        <p:spPr>
          <a:xfrm rot="-2080684">
            <a:off x="10082077" y="8242051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 rot="9426524">
            <a:off x="-4302263" y="-4000028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 rot="-2624874">
            <a:off x="-884948" y="90779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 rot="2830696">
            <a:off x="16075185" y="-102870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0529614-6BB7-A7D8-9591-E931971456D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809" b="92979" l="3033" r="95084">
                        <a14:foregroundMark x1="23117" y1="21064" x2="16109" y2="20426"/>
                        <a14:foregroundMark x1="16109" y1="20426" x2="11088" y2="19574"/>
                        <a14:foregroundMark x1="8682" y1="16383" x2="15167" y2="16170"/>
                        <a14:foregroundMark x1="11402" y1="16596" x2="6590" y2="26809"/>
                        <a14:foregroundMark x1="4498" y1="14681" x2="10460" y2="15745"/>
                        <a14:foregroundMark x1="21548" y1="29574" x2="10356" y2="26596"/>
                        <a14:foregroundMark x1="10356" y1="26596" x2="13598" y2="14681"/>
                        <a14:foregroundMark x1="51360" y1="24894" x2="48640" y2="33404"/>
                        <a14:foregroundMark x1="48640" y1="33404" x2="46444" y2="19787"/>
                        <a14:foregroundMark x1="46444" y1="19787" x2="41736" y2="32553"/>
                        <a14:foregroundMark x1="41736" y1="32553" x2="51046" y2="37021"/>
                        <a14:foregroundMark x1="51046" y1="37021" x2="51464" y2="17872"/>
                        <a14:foregroundMark x1="51464" y1="17872" x2="44561" y2="10426"/>
                        <a14:foregroundMark x1="44561" y1="10426" x2="43619" y2="10426"/>
                        <a14:foregroundMark x1="45711" y1="65745" x2="44247" y2="75532"/>
                        <a14:foregroundMark x1="44247" y1="75532" x2="39017" y2="71064"/>
                        <a14:foregroundMark x1="39017" y1="71064" x2="43933" y2="88298"/>
                        <a14:foregroundMark x1="43933" y1="88298" x2="51255" y2="83404"/>
                        <a14:foregroundMark x1="51255" y1="83404" x2="52301" y2="80213"/>
                        <a14:foregroundMark x1="45293" y1="62553" x2="40690" y2="63404"/>
                        <a14:foregroundMark x1="40690" y1="63404" x2="50628" y2="67234"/>
                        <a14:foregroundMark x1="50628" y1="67234" x2="53661" y2="82766"/>
                        <a14:foregroundMark x1="53661" y1="82766" x2="53661" y2="82979"/>
                        <a14:foregroundMark x1="45084" y1="61064" x2="40272" y2="62979"/>
                        <a14:foregroundMark x1="21444" y1="72766" x2="7218" y2="81702"/>
                        <a14:foregroundMark x1="7218" y1="81702" x2="16841" y2="86170"/>
                        <a14:foregroundMark x1="92050" y1="77447" x2="83054" y2="71915"/>
                        <a14:foregroundMark x1="83054" y1="71915" x2="84937" y2="87021"/>
                        <a14:foregroundMark x1="93619" y1="87021" x2="93410" y2="79574"/>
                        <a14:foregroundMark x1="95084" y1="79149" x2="92992" y2="71277"/>
                        <a14:foregroundMark x1="86715" y1="67660" x2="81067" y2="69149"/>
                        <a14:foregroundMark x1="38389" y1="63404" x2="36506" y2="62553"/>
                        <a14:foregroundMark x1="36506" y1="62553" x2="34937" y2="60213"/>
                        <a14:foregroundMark x1="43201" y1="92979" x2="43201" y2="92979"/>
                        <a14:foregroundMark x1="37866" y1="7021" x2="37866" y2="7021"/>
                        <a14:foregroundMark x1="33891" y1="20638" x2="31695" y2="20638"/>
                        <a14:foregroundMark x1="31695" y1="20638" x2="29603" y2="20426"/>
                        <a14:foregroundMark x1="29289" y1="20426" x2="26987" y2="20426"/>
                        <a14:foregroundMark x1="26987" y1="20426" x2="26151" y2="20638"/>
                        <a14:foregroundMark x1="26778" y1="21064" x2="27406" y2="20851"/>
                        <a14:foregroundMark x1="27510" y1="20000" x2="27510" y2="20000"/>
                        <a14:foregroundMark x1="27720" y1="21064" x2="27720" y2="21064"/>
                        <a14:foregroundMark x1="46339" y1="44468" x2="46339" y2="44468"/>
                        <a14:foregroundMark x1="46339" y1="48085" x2="46339" y2="48085"/>
                        <a14:foregroundMark x1="46339" y1="56809" x2="46339" y2="56809"/>
                        <a14:foregroundMark x1="46234" y1="58511" x2="46234" y2="58511"/>
                        <a14:foregroundMark x1="46130" y1="45957" x2="46130" y2="45957"/>
                        <a14:foregroundMark x1="25941" y1="82128" x2="25941" y2="82128"/>
                        <a14:foregroundMark x1="66213" y1="76170" x2="65377" y2="76170"/>
                        <a14:foregroundMark x1="65377" y1="76170" x2="66304" y2="76296"/>
                        <a14:foregroundMark x1="61715" y1="76383" x2="62866" y2="76383"/>
                        <a14:foregroundMark x1="64644" y1="72553" x2="64644" y2="72553"/>
                        <a14:foregroundMark x1="64644" y1="72553" x2="64644" y2="72553"/>
                        <a14:foregroundMark x1="64644" y1="72553" x2="64644" y2="72553"/>
                        <a14:foregroundMark x1="64644" y1="72553" x2="65690" y2="72553"/>
                        <a14:foregroundMark x1="3033" y1="81489" x2="3138" y2="84043"/>
                        <a14:foregroundMark x1="29603" y1="75106" x2="30962" y2="75106"/>
                        <a14:foregroundMark x1="29393" y1="74681" x2="28452" y2="74894"/>
                        <a14:foregroundMark x1="28033" y1="82340" x2="29289" y2="82340"/>
                        <a14:foregroundMark x1="31381" y1="82553" x2="32008" y2="82340"/>
                        <a14:foregroundMark x1="33368" y1="82128" x2="33368" y2="82128"/>
                        <a14:foregroundMark x1="34205" y1="82128" x2="34205" y2="82128"/>
                        <a14:foregroundMark x1="67887" y1="75957" x2="67887" y2="75957"/>
                        <a14:foregroundMark x1="69351" y1="76383" x2="69351" y2="76383"/>
                        <a14:foregroundMark x1="70711" y1="76383" x2="70711" y2="76383"/>
                        <a14:foregroundMark x1="62657" y1="79574" x2="62657" y2="79574"/>
                        <a14:foregroundMark x1="58054" y1="75745" x2="58054" y2="75745"/>
                        <a14:foregroundMark x1="58054" y1="75745" x2="58054" y2="75745"/>
                        <a14:foregroundMark x1="58682" y1="76170" x2="58682" y2="76170"/>
                        <a14:foregroundMark x1="57636" y1="75957" x2="57636" y2="75957"/>
                        <a14:foregroundMark x1="57427" y1="72766" x2="57427" y2="72766"/>
                        <a14:foregroundMark x1="58473" y1="72553" x2="58473" y2="72553"/>
                        <a14:foregroundMark x1="57741" y1="79787" x2="57741" y2="79787"/>
                        <a14:foregroundMark x1="58368" y1="79787" x2="58368" y2="79787"/>
                        <a14:foregroundMark x1="59519" y1="79787" x2="59519" y2="79787"/>
                        <a14:foregroundMark x1="66527" y1="79787" x2="66527" y2="79787"/>
                        <a14:foregroundMark x1="68305" y1="79787" x2="68305" y2="79787"/>
                        <a14:foregroundMark x1="70607" y1="79787" x2="70607" y2="79787"/>
                        <a14:foregroundMark x1="69351" y1="83617" x2="69351" y2="83617"/>
                        <a14:foregroundMark x1="70293" y1="83404" x2="70293" y2="83404"/>
                        <a14:foregroundMark x1="68201" y1="83404" x2="68201" y2="83404"/>
                        <a14:foregroundMark x1="65690" y1="83191" x2="65690" y2="83191"/>
                        <a14:foregroundMark x1="66423" y1="83404" x2="66423" y2="83404"/>
                        <a14:foregroundMark x1="59728" y1="83404" x2="59728" y2="83404"/>
                        <a14:foregroundMark x1="58264" y1="83404" x2="58264" y2="83404"/>
                        <a14:foregroundMark x1="60565" y1="83191" x2="60565" y2="83191"/>
                        <a14:foregroundMark x1="66736" y1="83191" x2="66736" y2="83191"/>
                        <a14:foregroundMark x1="67364" y1="83404" x2="67050" y2="83404"/>
                        <a14:foregroundMark x1="67050" y1="83404" x2="66527" y2="83404"/>
                        <a14:foregroundMark x1="70921" y1="83617" x2="70921" y2="83617"/>
                        <a14:foregroundMark x1="72594" y1="83617" x2="72594" y2="83617"/>
                        <a14:foregroundMark x1="66423" y1="83191" x2="66423" y2="83191"/>
                        <a14:foregroundMark x1="66423" y1="83191" x2="66213" y2="83191"/>
                        <a14:backgroundMark x1="69247" y1="74681" x2="66527" y2="74681"/>
                        <a14:backgroundMark x1="65795" y1="77872" x2="65795" y2="77872"/>
                        <a14:backgroundMark x1="65795" y1="77872" x2="70188" y2="78298"/>
                        <a14:backgroundMark x1="66074" y1="82747" x2="65167" y2="82553"/>
                        <a14:backgroundMark x1="27824" y1="76809" x2="28830" y2="77575"/>
                        <a14:backgroundMark x1="64435" y1="81277" x2="63494" y2="81277"/>
                        <a14:backgroundMark x1="68933" y1="81702" x2="69456" y2="8170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2749" y="4145784"/>
            <a:ext cx="11353800" cy="5791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0" name="TextBox 2"/>
          <p:cNvSpPr txBox="1"/>
          <p:nvPr/>
        </p:nvSpPr>
        <p:spPr>
          <a:xfrm>
            <a:off x="2362200" y="2605250"/>
            <a:ext cx="15925800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0688" lvl="1" indent="-285750"/>
            <a:endParaRPr lang="en-US" sz="2800">
              <a:solidFill>
                <a:schemeClr val="accent1">
                  <a:lumMod val="75000"/>
                </a:schemeClr>
              </a:solidFill>
              <a:latin typeface="Bodoni MT" panose="02070603080606020203" pitchFamily="18" charset="0"/>
              <a:ea typeface="Montserrat Semi-Bold"/>
              <a:cs typeface="Montserrat Semi-Bold"/>
              <a:sym typeface="Montserrat Semi-Bold"/>
            </a:endParaRPr>
          </a:p>
          <a:p>
            <a:pPr marL="732138" lvl="1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0070C0"/>
                </a:solidFill>
                <a:latin typeface="Bodoni MT" panose="02070603080606020203" pitchFamily="18" charset="0"/>
                <a:ea typeface="Montserrat Semi-Bold"/>
                <a:cs typeface="Montserrat Semi-Bold"/>
                <a:sym typeface="Montserrat Semi-Bold"/>
              </a:rPr>
              <a:t>Integrating all five tables using the primary and foreign keys to create a final dataset for analysis.</a:t>
            </a:r>
          </a:p>
          <a:p>
            <a:pPr marL="732138" lvl="1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0070C0"/>
                </a:solidFill>
                <a:latin typeface="Bodoni MT" panose="02070603080606020203" pitchFamily="18" charset="0"/>
                <a:ea typeface="Montserrat Semi-Bold"/>
                <a:cs typeface="Montserrat Semi-Bold"/>
                <a:sym typeface="Montserrat Semi-Bold"/>
              </a:rPr>
              <a:t>Using </a:t>
            </a:r>
            <a:r>
              <a:rPr lang="en-US" sz="2800">
                <a:solidFill>
                  <a:srgbClr val="0070C0"/>
                </a:solidFill>
                <a:highlight>
                  <a:srgbClr val="FFFF00"/>
                </a:highlight>
                <a:latin typeface="Bodoni MT" panose="02070603080606020203" pitchFamily="18" charset="0"/>
                <a:ea typeface="Montserrat Semi-Bold"/>
                <a:cs typeface="Montserrat Semi-Bold"/>
                <a:sym typeface="Montserrat Semi-Bold"/>
              </a:rPr>
              <a:t>SQL joins </a:t>
            </a:r>
            <a:r>
              <a:rPr lang="en-US" sz="2800">
                <a:solidFill>
                  <a:srgbClr val="0070C0"/>
                </a:solidFill>
                <a:latin typeface="Bodoni MT" panose="02070603080606020203" pitchFamily="18" charset="0"/>
                <a:ea typeface="Montserrat Semi-Bold"/>
                <a:cs typeface="Montserrat Semi-Bold"/>
                <a:sym typeface="Montserrat Semi-Bold"/>
              </a:rPr>
              <a:t>and pandas </a:t>
            </a:r>
            <a:r>
              <a:rPr lang="en-US" sz="2800">
                <a:solidFill>
                  <a:srgbClr val="0070C0"/>
                </a:solidFill>
                <a:highlight>
                  <a:srgbClr val="FFFF00"/>
                </a:highlight>
                <a:latin typeface="Bodoni MT" panose="02070603080606020203" pitchFamily="18" charset="0"/>
                <a:ea typeface="Montserrat Semi-Bold"/>
                <a:cs typeface="Montserrat Semi-Bold"/>
                <a:sym typeface="Montserrat Semi-Bold"/>
              </a:rPr>
              <a:t>merge in Python </a:t>
            </a:r>
            <a:r>
              <a:rPr lang="en-US" sz="2800">
                <a:solidFill>
                  <a:srgbClr val="0070C0"/>
                </a:solidFill>
                <a:latin typeface="Bodoni MT" panose="02070603080606020203" pitchFamily="18" charset="0"/>
                <a:ea typeface="Montserrat Semi-Bold"/>
                <a:cs typeface="Montserrat Semi-Bold"/>
                <a:sym typeface="Montserrat Semi-Bold"/>
              </a:rPr>
              <a:t>to integrate data.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50810" y="342900"/>
            <a:ext cx="2109179" cy="15284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5" grpId="0" animBg="1"/>
      <p:bldP spid="36" grpId="0" animBg="1"/>
      <p:bldP spid="37" grpId="0" animBg="1"/>
      <p:bldP spid="38" grpId="0" animBg="1"/>
      <p:bldP spid="4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1"/>
          <p:cNvSpPr txBox="1"/>
          <p:nvPr/>
        </p:nvSpPr>
        <p:spPr>
          <a:xfrm>
            <a:off x="4682206" y="1329607"/>
            <a:ext cx="12234194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4320" lvl="1" indent="0">
              <a:buNone/>
            </a:pPr>
            <a:r>
              <a:rPr lang="en-US" sz="3600">
                <a:solidFill>
                  <a:srgbClr val="0070C0"/>
                </a:solidFill>
                <a:latin typeface="Bodoni MT"/>
                <a:ea typeface="Montserrat Semi-Bold"/>
                <a:cs typeface="Montserrat Semi-Bold"/>
                <a:sym typeface="Montserrat Semi-Bold"/>
              </a:rPr>
              <a:t>After cleaning and preparing the data, we performed exploratory and analytical queries to uncover key insights.</a:t>
            </a:r>
            <a:endParaRPr lang="en-US" sz="3600">
              <a:solidFill>
                <a:srgbClr val="0070C0"/>
              </a:solidFill>
              <a:latin typeface="Bodoni MT"/>
              <a:ea typeface="Montserrat Semi-Bold"/>
              <a:cs typeface="Montserrat Semi-Bold"/>
            </a:endParaRPr>
          </a:p>
          <a:p>
            <a:pPr marL="274320" lvl="1" indent="0">
              <a:buNone/>
            </a:pPr>
            <a:endParaRPr lang="en-US" sz="3600">
              <a:latin typeface="Arial Rounded MT Bold" panose="020F0704030504030204" pitchFamily="34" charset="0"/>
              <a:ea typeface="Montserrat Semi-Bold"/>
              <a:cs typeface="Montserrat Semi-Bold"/>
            </a:endParaRPr>
          </a:p>
        </p:txBody>
      </p:sp>
      <p:sp>
        <p:nvSpPr>
          <p:cNvPr id="33" name="Freeform 33"/>
          <p:cNvSpPr/>
          <p:nvPr/>
        </p:nvSpPr>
        <p:spPr>
          <a:xfrm rot="715246">
            <a:off x="15786394" y="-88149"/>
            <a:ext cx="6727323" cy="4586811"/>
          </a:xfrm>
          <a:custGeom>
            <a:avLst/>
            <a:gdLst/>
            <a:ahLst/>
            <a:cxnLst/>
            <a:rect l="l" t="t" r="r" b="b"/>
            <a:pathLst>
              <a:path w="6727323" h="4586811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 rot="635325">
            <a:off x="-1442576" y="8071855"/>
            <a:ext cx="7907020" cy="6699403"/>
          </a:xfrm>
          <a:custGeom>
            <a:avLst/>
            <a:gdLst/>
            <a:ahLst/>
            <a:cxnLst/>
            <a:rect l="l" t="t" r="r" b="b"/>
            <a:pathLst>
              <a:path w="7907020" h="6699403">
                <a:moveTo>
                  <a:pt x="0" y="0"/>
                </a:moveTo>
                <a:lnTo>
                  <a:pt x="7907020" y="0"/>
                </a:lnTo>
                <a:lnTo>
                  <a:pt x="7907020" y="6699403"/>
                </a:lnTo>
                <a:lnTo>
                  <a:pt x="0" y="66994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 rot="-226878">
            <a:off x="-927254" y="-123438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 rot="1175026">
            <a:off x="15498664" y="6893952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77472" y="147488"/>
            <a:ext cx="1304734" cy="128143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6740" y="3192780"/>
            <a:ext cx="3906109" cy="492252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aphicFrame>
        <p:nvGraphicFramePr>
          <p:cNvPr id="43" name="Diagram 42"/>
          <p:cNvGraphicFramePr/>
          <p:nvPr>
            <p:extLst>
              <p:ext uri="{D42A27DB-BD31-4B8C-83A1-F6EECF244321}">
                <p14:modId xmlns:p14="http://schemas.microsoft.com/office/powerpoint/2010/main" val="2356779029"/>
              </p:ext>
            </p:extLst>
          </p:nvPr>
        </p:nvGraphicFramePr>
        <p:xfrm>
          <a:off x="359765" y="2649101"/>
          <a:ext cx="20626466" cy="74173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32" name="TextBox 32"/>
          <p:cNvSpPr txBox="1"/>
          <p:nvPr/>
        </p:nvSpPr>
        <p:spPr>
          <a:xfrm>
            <a:off x="4876800" y="419100"/>
            <a:ext cx="12039600" cy="910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13"/>
              </a:lnSpc>
            </a:pPr>
            <a:r>
              <a:rPr lang="en-US" sz="7200" b="1" i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Analysis Questions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 animBg="1"/>
      <p:bldP spid="34" grpId="0" animBg="1"/>
      <p:bldP spid="35" grpId="0" animBg="1"/>
      <p:bldP spid="36" grpId="0" animBg="1"/>
      <p:bldGraphic spid="43" grpId="0">
        <p:bldAsOne/>
      </p:bldGraphic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144C2D-D951-D963-21A8-D64DFCE8D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33">
            <a:extLst>
              <a:ext uri="{FF2B5EF4-FFF2-40B4-BE49-F238E27FC236}">
                <a16:creationId xmlns:a16="http://schemas.microsoft.com/office/drawing/2014/main" id="{224D6C04-5E84-17A2-7480-95DB12760876}"/>
              </a:ext>
            </a:extLst>
          </p:cNvPr>
          <p:cNvSpPr/>
          <p:nvPr/>
        </p:nvSpPr>
        <p:spPr>
          <a:xfrm rot="715246">
            <a:off x="12683493" y="-383365"/>
            <a:ext cx="6727323" cy="4586811"/>
          </a:xfrm>
          <a:custGeom>
            <a:avLst/>
            <a:gdLst/>
            <a:ahLst/>
            <a:cxnLst/>
            <a:rect l="l" t="t" r="r" b="b"/>
            <a:pathLst>
              <a:path w="6727323" h="4586811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D91B6866-B961-E20B-EC01-78C54D493A17}"/>
              </a:ext>
            </a:extLst>
          </p:cNvPr>
          <p:cNvSpPr txBox="1"/>
          <p:nvPr/>
        </p:nvSpPr>
        <p:spPr>
          <a:xfrm>
            <a:off x="4220253" y="507745"/>
            <a:ext cx="16383000" cy="9209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13"/>
              </a:lnSpc>
            </a:pPr>
            <a:r>
              <a:rPr lang="en-US" sz="7200" b="1" i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Employee demographics</a:t>
            </a:r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F2E02930-9475-8821-D1BC-83FDB7F8D548}"/>
              </a:ext>
            </a:extLst>
          </p:cNvPr>
          <p:cNvSpPr/>
          <p:nvPr/>
        </p:nvSpPr>
        <p:spPr>
          <a:xfrm rot="635325">
            <a:off x="-1442576" y="8071855"/>
            <a:ext cx="7907020" cy="6699403"/>
          </a:xfrm>
          <a:custGeom>
            <a:avLst/>
            <a:gdLst/>
            <a:ahLst/>
            <a:cxnLst/>
            <a:rect l="l" t="t" r="r" b="b"/>
            <a:pathLst>
              <a:path w="7907020" h="6699403">
                <a:moveTo>
                  <a:pt x="0" y="0"/>
                </a:moveTo>
                <a:lnTo>
                  <a:pt x="7907020" y="0"/>
                </a:lnTo>
                <a:lnTo>
                  <a:pt x="7907020" y="6699403"/>
                </a:lnTo>
                <a:lnTo>
                  <a:pt x="0" y="66994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348A5B77-CCB4-558C-3E6E-7F02710F99E1}"/>
              </a:ext>
            </a:extLst>
          </p:cNvPr>
          <p:cNvSpPr/>
          <p:nvPr/>
        </p:nvSpPr>
        <p:spPr>
          <a:xfrm rot="-226878">
            <a:off x="-2265826" y="-321416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2C15122-6AF3-1069-8572-1769981E6D20}"/>
              </a:ext>
            </a:extLst>
          </p:cNvPr>
          <p:cNvSpPr/>
          <p:nvPr/>
        </p:nvSpPr>
        <p:spPr>
          <a:xfrm rot="1175026">
            <a:off x="15498664" y="6893952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895D7B8-89E0-0003-14C6-32500313B8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81858" y="7620"/>
            <a:ext cx="1446921" cy="142108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B0EC017-055B-E13F-376F-A78F51083B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9600732"/>
              </p:ext>
            </p:extLst>
          </p:nvPr>
        </p:nvGraphicFramePr>
        <p:xfrm>
          <a:off x="1651819" y="1106129"/>
          <a:ext cx="14925367" cy="89817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</p:spTree>
    <p:extLst>
      <p:ext uri="{BB962C8B-B14F-4D97-AF65-F5344CB8AC3E}">
        <p14:creationId xmlns:p14="http://schemas.microsoft.com/office/powerpoint/2010/main" val="98894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2" grpId="0"/>
      <p:bldP spid="34" grpId="0" animBg="1"/>
      <p:bldP spid="35" grpId="0" animBg="1"/>
      <p:bldP spid="36" grpId="0" animBg="1"/>
      <p:bldGraphic spid="2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0B3994-DC99-81A4-4F73-2EEC8C84A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33">
            <a:extLst>
              <a:ext uri="{FF2B5EF4-FFF2-40B4-BE49-F238E27FC236}">
                <a16:creationId xmlns:a16="http://schemas.microsoft.com/office/drawing/2014/main" id="{5BF0C16E-B5D0-045E-89D5-3781C7FD78E1}"/>
              </a:ext>
            </a:extLst>
          </p:cNvPr>
          <p:cNvSpPr/>
          <p:nvPr/>
        </p:nvSpPr>
        <p:spPr>
          <a:xfrm rot="715246">
            <a:off x="12683493" y="-383365"/>
            <a:ext cx="6727323" cy="4586811"/>
          </a:xfrm>
          <a:custGeom>
            <a:avLst/>
            <a:gdLst/>
            <a:ahLst/>
            <a:cxnLst/>
            <a:rect l="l" t="t" r="r" b="b"/>
            <a:pathLst>
              <a:path w="6727323" h="4586811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AEDC17F4-CD88-FE6D-8221-CD1F3BC7A466}"/>
              </a:ext>
            </a:extLst>
          </p:cNvPr>
          <p:cNvSpPr/>
          <p:nvPr/>
        </p:nvSpPr>
        <p:spPr>
          <a:xfrm rot="635325">
            <a:off x="-1442576" y="8071855"/>
            <a:ext cx="7907020" cy="6699403"/>
          </a:xfrm>
          <a:custGeom>
            <a:avLst/>
            <a:gdLst/>
            <a:ahLst/>
            <a:cxnLst/>
            <a:rect l="l" t="t" r="r" b="b"/>
            <a:pathLst>
              <a:path w="7907020" h="6699403">
                <a:moveTo>
                  <a:pt x="0" y="0"/>
                </a:moveTo>
                <a:lnTo>
                  <a:pt x="7907020" y="0"/>
                </a:lnTo>
                <a:lnTo>
                  <a:pt x="7907020" y="6699403"/>
                </a:lnTo>
                <a:lnTo>
                  <a:pt x="0" y="66994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FFDA66F1-4659-8244-9C9E-9B42643DBF26}"/>
              </a:ext>
            </a:extLst>
          </p:cNvPr>
          <p:cNvSpPr/>
          <p:nvPr/>
        </p:nvSpPr>
        <p:spPr>
          <a:xfrm rot="-226878">
            <a:off x="-927254" y="-123438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CE7E05D7-590F-E583-99A2-A21D70B0ACA1}"/>
              </a:ext>
            </a:extLst>
          </p:cNvPr>
          <p:cNvSpPr/>
          <p:nvPr/>
        </p:nvSpPr>
        <p:spPr>
          <a:xfrm rot="1175026">
            <a:off x="15498664" y="6893952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371A761-DAE3-D3A5-6952-DC713BEC87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6511264"/>
              </p:ext>
            </p:extLst>
          </p:nvPr>
        </p:nvGraphicFramePr>
        <p:xfrm>
          <a:off x="45720" y="598048"/>
          <a:ext cx="18180000" cy="952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</p:spTree>
    <p:extLst>
      <p:ext uri="{BB962C8B-B14F-4D97-AF65-F5344CB8AC3E}">
        <p14:creationId xmlns:p14="http://schemas.microsoft.com/office/powerpoint/2010/main" val="3679141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Graphic spid="3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D2011E-7667-EE01-CEB6-A2AE965CD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33">
            <a:extLst>
              <a:ext uri="{FF2B5EF4-FFF2-40B4-BE49-F238E27FC236}">
                <a16:creationId xmlns:a16="http://schemas.microsoft.com/office/drawing/2014/main" id="{9C934F9C-FD74-6F5B-46AF-097108CB5C57}"/>
              </a:ext>
            </a:extLst>
          </p:cNvPr>
          <p:cNvSpPr/>
          <p:nvPr/>
        </p:nvSpPr>
        <p:spPr>
          <a:xfrm rot="715246">
            <a:off x="12683493" y="-383365"/>
            <a:ext cx="6727323" cy="4586811"/>
          </a:xfrm>
          <a:custGeom>
            <a:avLst/>
            <a:gdLst/>
            <a:ahLst/>
            <a:cxnLst/>
            <a:rect l="l" t="t" r="r" b="b"/>
            <a:pathLst>
              <a:path w="6727323" h="4586811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11B240BC-ACC9-4928-862A-401C2B975EFD}"/>
              </a:ext>
            </a:extLst>
          </p:cNvPr>
          <p:cNvSpPr/>
          <p:nvPr/>
        </p:nvSpPr>
        <p:spPr>
          <a:xfrm rot="635325">
            <a:off x="-1442576" y="8071855"/>
            <a:ext cx="7907020" cy="6699403"/>
          </a:xfrm>
          <a:custGeom>
            <a:avLst/>
            <a:gdLst/>
            <a:ahLst/>
            <a:cxnLst/>
            <a:rect l="l" t="t" r="r" b="b"/>
            <a:pathLst>
              <a:path w="7907020" h="6699403">
                <a:moveTo>
                  <a:pt x="0" y="0"/>
                </a:moveTo>
                <a:lnTo>
                  <a:pt x="7907020" y="0"/>
                </a:lnTo>
                <a:lnTo>
                  <a:pt x="7907020" y="6699403"/>
                </a:lnTo>
                <a:lnTo>
                  <a:pt x="0" y="66994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4F22768C-D024-5B82-8CB6-EB9DAA88B27A}"/>
              </a:ext>
            </a:extLst>
          </p:cNvPr>
          <p:cNvSpPr/>
          <p:nvPr/>
        </p:nvSpPr>
        <p:spPr>
          <a:xfrm rot="-226878">
            <a:off x="-2700871" y="-499613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970349F2-3A1F-E8D5-AE51-CD184B778E63}"/>
              </a:ext>
            </a:extLst>
          </p:cNvPr>
          <p:cNvSpPr/>
          <p:nvPr/>
        </p:nvSpPr>
        <p:spPr>
          <a:xfrm rot="1175026">
            <a:off x="15498664" y="6893952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A0143A5E-E8E7-3241-8BD1-B8B28A2803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8659250"/>
              </p:ext>
            </p:extLst>
          </p:nvPr>
        </p:nvGraphicFramePr>
        <p:xfrm>
          <a:off x="5292306" y="1074571"/>
          <a:ext cx="12192000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2BD40B5-DA5B-F0C2-A408-FBCEB979335A}"/>
              </a:ext>
            </a:extLst>
          </p:cNvPr>
          <p:cNvSpPr txBox="1"/>
          <p:nvPr/>
        </p:nvSpPr>
        <p:spPr>
          <a:xfrm>
            <a:off x="6114690" y="3076036"/>
            <a:ext cx="205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</a:rPr>
              <a:t>Varies By:</a:t>
            </a: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4CECDC94-5CF8-450E-AF37-3CBFAD53251C}"/>
              </a:ext>
            </a:extLst>
          </p:cNvPr>
          <p:cNvSpPr/>
          <p:nvPr/>
        </p:nvSpPr>
        <p:spPr>
          <a:xfrm>
            <a:off x="669194" y="2689270"/>
            <a:ext cx="4623112" cy="4150375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chemeClr val="accent1">
                    <a:lumMod val="20000"/>
                    <a:lumOff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Performance</a:t>
            </a:r>
          </a:p>
        </p:txBody>
      </p:sp>
      <p:sp>
        <p:nvSpPr>
          <p:cNvPr id="49" name="مربع نص 48">
            <a:extLst>
              <a:ext uri="{FF2B5EF4-FFF2-40B4-BE49-F238E27FC236}">
                <a16:creationId xmlns:a16="http://schemas.microsoft.com/office/drawing/2014/main" id="{CB176AD4-7623-86F1-A631-06CB7FCA7FB8}"/>
              </a:ext>
            </a:extLst>
          </p:cNvPr>
          <p:cNvSpPr txBox="1"/>
          <p:nvPr/>
        </p:nvSpPr>
        <p:spPr>
          <a:xfrm>
            <a:off x="6111815" y="6661749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254061"/>
                </a:solidFill>
                <a:latin typeface="Bahnschrift"/>
              </a:rPr>
              <a:t>Impact of:</a:t>
            </a:r>
            <a:r>
              <a:rPr lang="ar-SA" sz="2800">
                <a:latin typeface="Bahnschrift"/>
              </a:rPr>
              <a:t>​</a:t>
            </a:r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6132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Graphic spid="8" grpId="0">
        <p:bldAsOne/>
      </p:bldGraphic>
      <p:bldP spid="9" grpId="0"/>
      <p:bldP spid="13" grpId="0" animBg="1"/>
      <p:bldP spid="4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DF09A8-89D9-527D-139F-0F88110EB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33">
            <a:extLst>
              <a:ext uri="{FF2B5EF4-FFF2-40B4-BE49-F238E27FC236}">
                <a16:creationId xmlns:a16="http://schemas.microsoft.com/office/drawing/2014/main" id="{85EEF8AE-D175-C9CC-7E41-8EAB38813315}"/>
              </a:ext>
            </a:extLst>
          </p:cNvPr>
          <p:cNvSpPr/>
          <p:nvPr/>
        </p:nvSpPr>
        <p:spPr>
          <a:xfrm rot="715246">
            <a:off x="12683493" y="-383365"/>
            <a:ext cx="6727323" cy="4586811"/>
          </a:xfrm>
          <a:custGeom>
            <a:avLst/>
            <a:gdLst/>
            <a:ahLst/>
            <a:cxnLst/>
            <a:rect l="l" t="t" r="r" b="b"/>
            <a:pathLst>
              <a:path w="6727323" h="4586811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48F74E64-4482-3BC7-96E8-9B3D59E55B5F}"/>
              </a:ext>
            </a:extLst>
          </p:cNvPr>
          <p:cNvSpPr/>
          <p:nvPr/>
        </p:nvSpPr>
        <p:spPr>
          <a:xfrm rot="635325">
            <a:off x="-1442576" y="8071855"/>
            <a:ext cx="7907020" cy="6699403"/>
          </a:xfrm>
          <a:custGeom>
            <a:avLst/>
            <a:gdLst/>
            <a:ahLst/>
            <a:cxnLst/>
            <a:rect l="l" t="t" r="r" b="b"/>
            <a:pathLst>
              <a:path w="7907020" h="6699403">
                <a:moveTo>
                  <a:pt x="0" y="0"/>
                </a:moveTo>
                <a:lnTo>
                  <a:pt x="7907020" y="0"/>
                </a:lnTo>
                <a:lnTo>
                  <a:pt x="7907020" y="6699403"/>
                </a:lnTo>
                <a:lnTo>
                  <a:pt x="0" y="66994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27949AEE-104D-CE52-0155-D6D2F0815B7F}"/>
              </a:ext>
            </a:extLst>
          </p:cNvPr>
          <p:cNvSpPr/>
          <p:nvPr/>
        </p:nvSpPr>
        <p:spPr>
          <a:xfrm rot="-226878">
            <a:off x="-2700871" y="-499613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5BFEDCCD-A091-B206-5D5C-4846A1AD111F}"/>
              </a:ext>
            </a:extLst>
          </p:cNvPr>
          <p:cNvSpPr/>
          <p:nvPr/>
        </p:nvSpPr>
        <p:spPr>
          <a:xfrm rot="1175026">
            <a:off x="15498664" y="6893952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3611807-1E72-B1E3-25F8-2874368386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5781046"/>
              </p:ext>
            </p:extLst>
          </p:nvPr>
        </p:nvGraphicFramePr>
        <p:xfrm>
          <a:off x="5486400" y="751080"/>
          <a:ext cx="12192000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33A110E-A4F3-46E0-DB32-7B786CC5FF37}"/>
              </a:ext>
            </a:extLst>
          </p:cNvPr>
          <p:cNvSpPr txBox="1"/>
          <p:nvPr/>
        </p:nvSpPr>
        <p:spPr>
          <a:xfrm>
            <a:off x="6071558" y="2774111"/>
            <a:ext cx="205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</a:rPr>
              <a:t>Varies By: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8C8357-37AB-AE53-6DA2-90462F3E2B67}"/>
              </a:ext>
            </a:extLst>
          </p:cNvPr>
          <p:cNvSpPr txBox="1"/>
          <p:nvPr/>
        </p:nvSpPr>
        <p:spPr>
          <a:xfrm>
            <a:off x="5908232" y="6063651"/>
            <a:ext cx="22250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</a:rPr>
              <a:t>Relationship Between:</a:t>
            </a: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F1872EC6-066F-3920-414B-1364671E3821}"/>
              </a:ext>
            </a:extLst>
          </p:cNvPr>
          <p:cNvSpPr/>
          <p:nvPr/>
        </p:nvSpPr>
        <p:spPr>
          <a:xfrm>
            <a:off x="800441" y="2612401"/>
            <a:ext cx="4393380" cy="4150375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chemeClr val="accent1">
                    <a:lumMod val="20000"/>
                    <a:lumOff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Job Satisfaction</a:t>
            </a:r>
          </a:p>
        </p:txBody>
      </p:sp>
    </p:spTree>
    <p:extLst>
      <p:ext uri="{BB962C8B-B14F-4D97-AF65-F5344CB8AC3E}">
        <p14:creationId xmlns:p14="http://schemas.microsoft.com/office/powerpoint/2010/main" val="1825969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Graphic spid="8" grpId="0">
        <p:bldAsOne/>
      </p:bldGraphic>
      <p:bldP spid="9" grpId="0"/>
      <p:bldP spid="11" grpId="0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96DEF6-13AB-8898-4FAB-512CBAEBD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33">
            <a:extLst>
              <a:ext uri="{FF2B5EF4-FFF2-40B4-BE49-F238E27FC236}">
                <a16:creationId xmlns:a16="http://schemas.microsoft.com/office/drawing/2014/main" id="{5CF019FC-C997-85E3-2765-6F51F9E2F6C1}"/>
              </a:ext>
            </a:extLst>
          </p:cNvPr>
          <p:cNvSpPr/>
          <p:nvPr/>
        </p:nvSpPr>
        <p:spPr>
          <a:xfrm rot="715246">
            <a:off x="12683493" y="-383365"/>
            <a:ext cx="6727323" cy="4586811"/>
          </a:xfrm>
          <a:custGeom>
            <a:avLst/>
            <a:gdLst/>
            <a:ahLst/>
            <a:cxnLst/>
            <a:rect l="l" t="t" r="r" b="b"/>
            <a:pathLst>
              <a:path w="6727323" h="4586811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8672845D-7921-2740-182F-29314833AFFA}"/>
              </a:ext>
            </a:extLst>
          </p:cNvPr>
          <p:cNvSpPr/>
          <p:nvPr/>
        </p:nvSpPr>
        <p:spPr>
          <a:xfrm rot="635325">
            <a:off x="-1442576" y="8071855"/>
            <a:ext cx="7907020" cy="6699403"/>
          </a:xfrm>
          <a:custGeom>
            <a:avLst/>
            <a:gdLst/>
            <a:ahLst/>
            <a:cxnLst/>
            <a:rect l="l" t="t" r="r" b="b"/>
            <a:pathLst>
              <a:path w="7907020" h="6699403">
                <a:moveTo>
                  <a:pt x="0" y="0"/>
                </a:moveTo>
                <a:lnTo>
                  <a:pt x="7907020" y="0"/>
                </a:lnTo>
                <a:lnTo>
                  <a:pt x="7907020" y="6699403"/>
                </a:lnTo>
                <a:lnTo>
                  <a:pt x="0" y="66994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7462CBEA-A6FB-E437-1957-2A09E2D0E6A4}"/>
              </a:ext>
            </a:extLst>
          </p:cNvPr>
          <p:cNvSpPr/>
          <p:nvPr/>
        </p:nvSpPr>
        <p:spPr>
          <a:xfrm rot="-226878">
            <a:off x="-2700871" y="-499613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42B4474-F4AF-5F36-986D-271481B21D13}"/>
              </a:ext>
            </a:extLst>
          </p:cNvPr>
          <p:cNvSpPr/>
          <p:nvPr/>
        </p:nvSpPr>
        <p:spPr>
          <a:xfrm rot="1175026">
            <a:off x="15089863" y="6445954"/>
            <a:ext cx="2788141" cy="4081492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24FB5D9A-EFEF-D7B1-F8FD-0F0B29FF3923}"/>
              </a:ext>
            </a:extLst>
          </p:cNvPr>
          <p:cNvSpPr/>
          <p:nvPr/>
        </p:nvSpPr>
        <p:spPr>
          <a:xfrm>
            <a:off x="475188" y="2232921"/>
            <a:ext cx="4736280" cy="3758992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>
                <a:solidFill>
                  <a:schemeClr val="accent1">
                    <a:lumMod val="20000"/>
                    <a:lumOff val="8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Salary &amp; Compensation 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759BA31-1004-E79F-FBFE-CC18101A92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9277690"/>
              </p:ext>
            </p:extLst>
          </p:nvPr>
        </p:nvGraphicFramePr>
        <p:xfrm>
          <a:off x="5824324" y="1975629"/>
          <a:ext cx="11988488" cy="44292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19D0401-3869-2157-414D-6E38493F39AD}"/>
              </a:ext>
            </a:extLst>
          </p:cNvPr>
          <p:cNvSpPr txBox="1"/>
          <p:nvPr/>
        </p:nvSpPr>
        <p:spPr>
          <a:xfrm>
            <a:off x="6446345" y="3635363"/>
            <a:ext cx="21878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</a:rPr>
              <a:t>Key insights:</a:t>
            </a:r>
          </a:p>
        </p:txBody>
      </p:sp>
    </p:spTree>
    <p:extLst>
      <p:ext uri="{BB962C8B-B14F-4D97-AF65-F5344CB8AC3E}">
        <p14:creationId xmlns:p14="http://schemas.microsoft.com/office/powerpoint/2010/main" val="1772020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3" grpId="0" animBg="1"/>
      <p:bldGraphic spid="5" grpId="0">
        <p:bldAsOne/>
      </p:bldGraphic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76759" y="632460"/>
            <a:ext cx="11019401" cy="782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sz="6600" b="1" i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Analysis and Insights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29259" y="4208617"/>
            <a:ext cx="3499238" cy="387834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032"/>
              </a:lnSpc>
            </a:pPr>
            <a:endParaRPr/>
          </a:p>
        </p:txBody>
      </p:sp>
      <p:sp>
        <p:nvSpPr>
          <p:cNvPr id="35" name="Freeform 35"/>
          <p:cNvSpPr/>
          <p:nvPr/>
        </p:nvSpPr>
        <p:spPr>
          <a:xfrm rot="19519316">
            <a:off x="10294475" y="6995065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 rot="9426524">
            <a:off x="-3981914" y="-4746632"/>
            <a:ext cx="9348231" cy="799516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 rot="18975126">
            <a:off x="-452713" y="13783876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 rot="2830696">
            <a:off x="16075185" y="-102870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38400" y="-42895"/>
            <a:ext cx="1925788" cy="173284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76759" y="1444303"/>
            <a:ext cx="10684122" cy="21920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E74BD2C-EBE1-B78D-2F09-F0939ED5F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488500"/>
              </p:ext>
            </p:extLst>
          </p:nvPr>
        </p:nvGraphicFramePr>
        <p:xfrm>
          <a:off x="4349690" y="3805436"/>
          <a:ext cx="10273538" cy="627221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0273538">
                  <a:extLst>
                    <a:ext uri="{9D8B030D-6E8A-4147-A177-3AD203B41FA5}">
                      <a16:colId xmlns:a16="http://schemas.microsoft.com/office/drawing/2014/main" val="3393786427"/>
                    </a:ext>
                  </a:extLst>
                </a:gridCol>
              </a:tblGrid>
              <a:tr h="632233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Dashboard section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0611528"/>
                  </a:ext>
                </a:extLst>
              </a:tr>
              <a:tr h="900777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3200" b="1" dirty="0">
                          <a:hlinkClick r:id="rId12"/>
                        </a:rPr>
                        <a:t>Employee Dashboard  </a:t>
                      </a:r>
                      <a:endParaRPr lang="en-US" sz="3200" b="1" dirty="0"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52958727"/>
                  </a:ext>
                </a:extLst>
              </a:tr>
              <a:tr h="1058681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3200" b="1" dirty="0">
                          <a:hlinkClick r:id="rId13"/>
                        </a:rPr>
                        <a:t>Attrition Analysis</a:t>
                      </a:r>
                      <a:endParaRPr lang="en-US" sz="3200" b="1" dirty="0"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83974917"/>
                  </a:ext>
                </a:extLst>
              </a:tr>
              <a:tr h="979730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3200" b="1" dirty="0">
                          <a:hlinkClick r:id="rId14"/>
                        </a:rPr>
                        <a:t>Job Satisfaction Analysis</a:t>
                      </a:r>
                      <a:endParaRPr lang="en-US" sz="3200" b="1" dirty="0"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25694581"/>
                  </a:ext>
                </a:extLst>
              </a:tr>
              <a:tr h="979730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3200" b="1" dirty="0">
                          <a:hlinkClick r:id="rId15"/>
                        </a:rPr>
                        <a:t>Performance Analysis</a:t>
                      </a:r>
                      <a:endParaRPr lang="en-US" sz="3200" b="1" dirty="0"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988603"/>
                  </a:ext>
                </a:extLst>
              </a:tr>
              <a:tr h="1058681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3200" b="1" dirty="0">
                          <a:hlinkClick r:id="rId16"/>
                        </a:rPr>
                        <a:t>Salary Analysis</a:t>
                      </a:r>
                      <a:endParaRPr lang="en-US" sz="3200" b="1" dirty="0"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799401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35" grpId="0" animBg="1"/>
      <p:bldP spid="36" grpId="0" animBg="1"/>
      <p:bldP spid="3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CBA364-5F7C-B3AB-3A94-8ACC437FB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A502ACF5-AA3A-8169-639B-835C5783B783}"/>
              </a:ext>
            </a:extLst>
          </p:cNvPr>
          <p:cNvSpPr txBox="1"/>
          <p:nvPr/>
        </p:nvSpPr>
        <p:spPr>
          <a:xfrm>
            <a:off x="2029259" y="4208617"/>
            <a:ext cx="3499238" cy="387834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032"/>
              </a:lnSpc>
            </a:pPr>
            <a:endParaRPr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7FA7F9FC-77BA-0B4B-1EC5-0B942FFCFD6A}"/>
              </a:ext>
            </a:extLst>
          </p:cNvPr>
          <p:cNvSpPr/>
          <p:nvPr/>
        </p:nvSpPr>
        <p:spPr>
          <a:xfrm rot="19519316">
            <a:off x="10294475" y="6995065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B71348EF-703A-4327-BC9A-4CFA0CCE0C04}"/>
              </a:ext>
            </a:extLst>
          </p:cNvPr>
          <p:cNvSpPr/>
          <p:nvPr/>
        </p:nvSpPr>
        <p:spPr>
          <a:xfrm rot="9426524">
            <a:off x="-3981914" y="-4746632"/>
            <a:ext cx="9348231" cy="799516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>
            <a:extLst>
              <a:ext uri="{FF2B5EF4-FFF2-40B4-BE49-F238E27FC236}">
                <a16:creationId xmlns:a16="http://schemas.microsoft.com/office/drawing/2014/main" id="{801F052B-FF1B-0956-0E0F-6CEF05817589}"/>
              </a:ext>
            </a:extLst>
          </p:cNvPr>
          <p:cNvSpPr/>
          <p:nvPr/>
        </p:nvSpPr>
        <p:spPr>
          <a:xfrm rot="18975126">
            <a:off x="-452713" y="13783876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B44E4B97-8230-E5BF-FC3C-A7AFB3C5BC07}"/>
              </a:ext>
            </a:extLst>
          </p:cNvPr>
          <p:cNvSpPr/>
          <p:nvPr/>
        </p:nvSpPr>
        <p:spPr>
          <a:xfrm rot="2830696">
            <a:off x="16075185" y="-102870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DCED6A-1D81-ED3A-BF5D-0284D6D4760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-182880"/>
            <a:ext cx="18105120" cy="11001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986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5" grpId="0" animBg="1"/>
      <p:bldP spid="36" grpId="0" animBg="1"/>
      <p:bldP spid="3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58B54-D01E-EEF4-E64A-BF818B769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430AAB78-B17B-DF12-743D-776DF7AC17EC}"/>
              </a:ext>
            </a:extLst>
          </p:cNvPr>
          <p:cNvSpPr txBox="1"/>
          <p:nvPr/>
        </p:nvSpPr>
        <p:spPr>
          <a:xfrm>
            <a:off x="2029259" y="4208617"/>
            <a:ext cx="3499238" cy="387834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032"/>
              </a:lnSpc>
            </a:pPr>
            <a:endParaRPr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F1213B2-10BA-15A1-2749-006AF4A4442D}"/>
              </a:ext>
            </a:extLst>
          </p:cNvPr>
          <p:cNvSpPr/>
          <p:nvPr/>
        </p:nvSpPr>
        <p:spPr>
          <a:xfrm rot="19519316">
            <a:off x="10294475" y="6995065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1DD93B0-B021-76B0-CC79-A10AD6D69F51}"/>
              </a:ext>
            </a:extLst>
          </p:cNvPr>
          <p:cNvSpPr/>
          <p:nvPr/>
        </p:nvSpPr>
        <p:spPr>
          <a:xfrm rot="9426524">
            <a:off x="-3981914" y="-4746632"/>
            <a:ext cx="9348231" cy="799516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>
            <a:extLst>
              <a:ext uri="{FF2B5EF4-FFF2-40B4-BE49-F238E27FC236}">
                <a16:creationId xmlns:a16="http://schemas.microsoft.com/office/drawing/2014/main" id="{539C8667-5902-2E26-2EB6-0EAC8AD64F0E}"/>
              </a:ext>
            </a:extLst>
          </p:cNvPr>
          <p:cNvSpPr/>
          <p:nvPr/>
        </p:nvSpPr>
        <p:spPr>
          <a:xfrm rot="18975126">
            <a:off x="-452713" y="13783876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30AC238E-F1AD-F7BD-7AC1-5EDE9845D43D}"/>
              </a:ext>
            </a:extLst>
          </p:cNvPr>
          <p:cNvSpPr/>
          <p:nvPr/>
        </p:nvSpPr>
        <p:spPr>
          <a:xfrm rot="2830696">
            <a:off x="16075185" y="-102870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139E4B-416A-4BD3-2D10-41EE67EAB8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160020"/>
            <a:ext cx="17922240" cy="992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1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5" grpId="0" animBg="1"/>
      <p:bldP spid="36" grpId="0" animBg="1"/>
      <p:bldP spid="3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E3462F-FF4C-BCE9-6D32-09A92C236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BA922429-A8C3-CFF0-E647-1CD09E11DAF9}"/>
              </a:ext>
            </a:extLst>
          </p:cNvPr>
          <p:cNvSpPr txBox="1"/>
          <p:nvPr/>
        </p:nvSpPr>
        <p:spPr>
          <a:xfrm>
            <a:off x="2029259" y="4208617"/>
            <a:ext cx="3499238" cy="387834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032"/>
              </a:lnSpc>
            </a:pPr>
            <a:endParaRPr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2D62B447-AED8-0001-78CB-9619E4FF46E3}"/>
              </a:ext>
            </a:extLst>
          </p:cNvPr>
          <p:cNvSpPr/>
          <p:nvPr/>
        </p:nvSpPr>
        <p:spPr>
          <a:xfrm rot="19519316">
            <a:off x="10294475" y="6995065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C0B25430-18D2-5E28-BD33-6C421E7355B6}"/>
              </a:ext>
            </a:extLst>
          </p:cNvPr>
          <p:cNvSpPr/>
          <p:nvPr/>
        </p:nvSpPr>
        <p:spPr>
          <a:xfrm rot="9426524">
            <a:off x="-3981914" y="-4746632"/>
            <a:ext cx="9348231" cy="799516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>
            <a:extLst>
              <a:ext uri="{FF2B5EF4-FFF2-40B4-BE49-F238E27FC236}">
                <a16:creationId xmlns:a16="http://schemas.microsoft.com/office/drawing/2014/main" id="{8B7BE03C-8650-2D53-F2E2-09720296FA97}"/>
              </a:ext>
            </a:extLst>
          </p:cNvPr>
          <p:cNvSpPr/>
          <p:nvPr/>
        </p:nvSpPr>
        <p:spPr>
          <a:xfrm rot="18975126">
            <a:off x="-452713" y="13783876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77944EF5-4000-B730-5B1B-75C0EE74DCE5}"/>
              </a:ext>
            </a:extLst>
          </p:cNvPr>
          <p:cNvSpPr/>
          <p:nvPr/>
        </p:nvSpPr>
        <p:spPr>
          <a:xfrm rot="2830696">
            <a:off x="16075185" y="-102870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9D7C02B-B907-D0F2-BDE2-0E7D9E81E5F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0020" y="160020"/>
            <a:ext cx="17967960" cy="994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307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5" grpId="0" animBg="1"/>
      <p:bldP spid="36" grpId="0" animBg="1"/>
      <p:bldP spid="3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434E28-19E8-2A5E-D401-26BE8B8A1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DDE06572-B8FD-082F-F6FC-79E81747E6BA}"/>
              </a:ext>
            </a:extLst>
          </p:cNvPr>
          <p:cNvSpPr txBox="1"/>
          <p:nvPr/>
        </p:nvSpPr>
        <p:spPr>
          <a:xfrm>
            <a:off x="2029259" y="4208617"/>
            <a:ext cx="3499238" cy="387834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032"/>
              </a:lnSpc>
            </a:pPr>
            <a:endParaRPr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C5C647D1-3F93-D5DE-B506-819A0A8722C7}"/>
              </a:ext>
            </a:extLst>
          </p:cNvPr>
          <p:cNvSpPr/>
          <p:nvPr/>
        </p:nvSpPr>
        <p:spPr>
          <a:xfrm rot="19519316">
            <a:off x="10294475" y="6995065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F5162B43-7B06-4696-1CF8-4CD3198DE725}"/>
              </a:ext>
            </a:extLst>
          </p:cNvPr>
          <p:cNvSpPr/>
          <p:nvPr/>
        </p:nvSpPr>
        <p:spPr>
          <a:xfrm rot="9426524">
            <a:off x="-3981914" y="-4746632"/>
            <a:ext cx="9348231" cy="799516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>
            <a:extLst>
              <a:ext uri="{FF2B5EF4-FFF2-40B4-BE49-F238E27FC236}">
                <a16:creationId xmlns:a16="http://schemas.microsoft.com/office/drawing/2014/main" id="{DFC2BB61-46BF-0B47-599F-F00FB4956F6F}"/>
              </a:ext>
            </a:extLst>
          </p:cNvPr>
          <p:cNvSpPr/>
          <p:nvPr/>
        </p:nvSpPr>
        <p:spPr>
          <a:xfrm rot="18975126">
            <a:off x="-452713" y="13783876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F4C1DBE0-6F1E-49FE-6330-CA0CE63B801A}"/>
              </a:ext>
            </a:extLst>
          </p:cNvPr>
          <p:cNvSpPr/>
          <p:nvPr/>
        </p:nvSpPr>
        <p:spPr>
          <a:xfrm rot="2830696">
            <a:off x="16075185" y="-102870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" name="Picture 1" descr="A pink graph with numbers and text&#10;&#10;AI-generated content may be incorrect.">
            <a:extLst>
              <a:ext uri="{FF2B5EF4-FFF2-40B4-BE49-F238E27FC236}">
                <a16:creationId xmlns:a16="http://schemas.microsoft.com/office/drawing/2014/main" id="{B269C31A-9CFF-F079-8A11-66D0172759C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160020"/>
            <a:ext cx="17945100" cy="1012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639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5" grpId="0" animBg="1"/>
      <p:bldP spid="36" grpId="0" animBg="1"/>
      <p:bldP spid="3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E87896-0945-2518-AF17-CA4FC694C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8308A2F2-44C8-1772-F1D7-EEB61EB0F0FF}"/>
              </a:ext>
            </a:extLst>
          </p:cNvPr>
          <p:cNvSpPr txBox="1"/>
          <p:nvPr/>
        </p:nvSpPr>
        <p:spPr>
          <a:xfrm>
            <a:off x="2029259" y="4208617"/>
            <a:ext cx="3499238" cy="387834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032"/>
              </a:lnSpc>
            </a:pPr>
            <a:endParaRPr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FCE02361-05AB-34B9-25D9-81F0EEC2E56D}"/>
              </a:ext>
            </a:extLst>
          </p:cNvPr>
          <p:cNvSpPr/>
          <p:nvPr/>
        </p:nvSpPr>
        <p:spPr>
          <a:xfrm rot="19519316">
            <a:off x="10294475" y="6995065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2AA09119-7180-4D01-6E93-5EDE39197168}"/>
              </a:ext>
            </a:extLst>
          </p:cNvPr>
          <p:cNvSpPr/>
          <p:nvPr/>
        </p:nvSpPr>
        <p:spPr>
          <a:xfrm rot="9426524">
            <a:off x="-3981914" y="-4746632"/>
            <a:ext cx="9348231" cy="799516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>
            <a:extLst>
              <a:ext uri="{FF2B5EF4-FFF2-40B4-BE49-F238E27FC236}">
                <a16:creationId xmlns:a16="http://schemas.microsoft.com/office/drawing/2014/main" id="{0F29EF4E-6288-5E9B-A894-52013EE61F5F}"/>
              </a:ext>
            </a:extLst>
          </p:cNvPr>
          <p:cNvSpPr/>
          <p:nvPr/>
        </p:nvSpPr>
        <p:spPr>
          <a:xfrm rot="18975126">
            <a:off x="-452713" y="13783876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0974F504-B989-DA14-DCAD-D490975C5EB1}"/>
              </a:ext>
            </a:extLst>
          </p:cNvPr>
          <p:cNvSpPr/>
          <p:nvPr/>
        </p:nvSpPr>
        <p:spPr>
          <a:xfrm rot="2830696">
            <a:off x="16075185" y="-102870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" name="Picture 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8BCF778-20CA-A000-6E47-5AB8F110E46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740" y="160020"/>
            <a:ext cx="17899380" cy="994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741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5" grpId="0" animBg="1"/>
      <p:bldP spid="36" grpId="0" animBg="1"/>
      <p:bldP spid="3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98333" y="2981718"/>
            <a:ext cx="1381570" cy="824175"/>
          </a:xfrm>
          <a:custGeom>
            <a:avLst/>
            <a:gdLst/>
            <a:ahLst/>
            <a:cxnLst/>
            <a:rect l="l" t="t" r="r" b="b"/>
            <a:pathLst>
              <a:path w="1381570" h="1381570">
                <a:moveTo>
                  <a:pt x="0" y="0"/>
                </a:moveTo>
                <a:lnTo>
                  <a:pt x="1381570" y="0"/>
                </a:lnTo>
                <a:lnTo>
                  <a:pt x="1381570" y="1381571"/>
                </a:lnTo>
                <a:lnTo>
                  <a:pt x="0" y="13815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6948476" y="3299497"/>
            <a:ext cx="9129724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002060"/>
                </a:solidFill>
                <a:latin typeface="Bodoni MT" panose="02070603080606020203" pitchFamily="18" charset="0"/>
              </a:rPr>
              <a:t>📊 Chart 1 – Employee Attrition Forecast (Next 5 Years).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929081" y="3201137"/>
            <a:ext cx="959825" cy="47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sz="2800" b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01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830550" y="1498589"/>
            <a:ext cx="12223301" cy="1545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43"/>
              </a:lnSpc>
            </a:pPr>
            <a:r>
              <a:rPr lang="en-US" sz="2400" b="1">
                <a:solidFill>
                  <a:srgbClr val="0070C0"/>
                </a:solidFill>
                <a:latin typeface="Bodoni MT" panose="02070603080606020203" pitchFamily="18" charset="0"/>
              </a:rPr>
              <a:t>This phase forecasts attrition, salary growth, and performance trends to guide strategic workforce planning and retention</a:t>
            </a:r>
            <a:endParaRPr lang="en-US" sz="2400" b="1">
              <a:solidFill>
                <a:srgbClr val="0070C0"/>
              </a:solidFill>
              <a:latin typeface="Bodoni MT" panose="02070603080606020203" pitchFamily="18" charset="0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110102" y="858092"/>
            <a:ext cx="8792713" cy="9474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13"/>
              </a:lnSpc>
            </a:pPr>
            <a:r>
              <a:rPr lang="en-US" sz="8000" b="1" i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Forecasting</a:t>
            </a:r>
          </a:p>
        </p:txBody>
      </p:sp>
      <p:sp>
        <p:nvSpPr>
          <p:cNvPr id="26" name="Freeform 26"/>
          <p:cNvSpPr/>
          <p:nvPr/>
        </p:nvSpPr>
        <p:spPr>
          <a:xfrm rot="1026841">
            <a:off x="13266207" y="-2293406"/>
            <a:ext cx="6727323" cy="4586811"/>
          </a:xfrm>
          <a:custGeom>
            <a:avLst/>
            <a:gdLst/>
            <a:ahLst/>
            <a:cxnLst/>
            <a:rect l="l" t="t" r="r" b="b"/>
            <a:pathLst>
              <a:path w="6727323" h="4586811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 rot="635325">
            <a:off x="-1442576" y="8071855"/>
            <a:ext cx="7907020" cy="6699403"/>
          </a:xfrm>
          <a:custGeom>
            <a:avLst/>
            <a:gdLst/>
            <a:ahLst/>
            <a:cxnLst/>
            <a:rect l="l" t="t" r="r" b="b"/>
            <a:pathLst>
              <a:path w="7907020" h="6699403">
                <a:moveTo>
                  <a:pt x="0" y="0"/>
                </a:moveTo>
                <a:lnTo>
                  <a:pt x="7907020" y="0"/>
                </a:lnTo>
                <a:lnTo>
                  <a:pt x="7907020" y="6699403"/>
                </a:lnTo>
                <a:lnTo>
                  <a:pt x="0" y="66994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 rot="-226878">
            <a:off x="-1794634" y="-292308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 rot="2830696">
            <a:off x="16933015" y="8533856"/>
            <a:ext cx="1850532" cy="2100037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70071" y="452239"/>
            <a:ext cx="1492914" cy="138208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153485" y="3160927"/>
            <a:ext cx="4793930" cy="48422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3" name="Freeform 4"/>
          <p:cNvSpPr/>
          <p:nvPr/>
        </p:nvSpPr>
        <p:spPr>
          <a:xfrm>
            <a:off x="5698333" y="6308318"/>
            <a:ext cx="1381570" cy="937219"/>
          </a:xfrm>
          <a:custGeom>
            <a:avLst/>
            <a:gdLst/>
            <a:ahLst/>
            <a:cxnLst/>
            <a:rect l="l" t="t" r="r" b="b"/>
            <a:pathLst>
              <a:path w="1381570" h="1381570">
                <a:moveTo>
                  <a:pt x="0" y="0"/>
                </a:moveTo>
                <a:lnTo>
                  <a:pt x="1381570" y="0"/>
                </a:lnTo>
                <a:lnTo>
                  <a:pt x="1381570" y="1381570"/>
                </a:lnTo>
                <a:lnTo>
                  <a:pt x="0" y="1381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TextBox 23"/>
          <p:cNvSpPr txBox="1"/>
          <p:nvPr/>
        </p:nvSpPr>
        <p:spPr>
          <a:xfrm>
            <a:off x="5805794" y="6640781"/>
            <a:ext cx="959825" cy="990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sz="2800" b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02</a:t>
            </a:r>
          </a:p>
          <a:p>
            <a:pPr algn="ctr">
              <a:lnSpc>
                <a:spcPts val="3980"/>
              </a:lnSpc>
            </a:pPr>
            <a:endParaRPr lang="en-US" sz="2800" b="1">
              <a:solidFill>
                <a:srgbClr val="2D2261"/>
              </a:solidFill>
              <a:latin typeface="Bodoni MT Black" panose="02070A03080606020203" pitchFamily="18" charset="0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39" name="TextBox 20"/>
          <p:cNvSpPr txBox="1"/>
          <p:nvPr/>
        </p:nvSpPr>
        <p:spPr>
          <a:xfrm>
            <a:off x="6765619" y="6750404"/>
            <a:ext cx="7910704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002060"/>
                </a:solidFill>
                <a:latin typeface="Bodoni MT" panose="02070603080606020203" pitchFamily="18" charset="0"/>
              </a:rPr>
              <a:t>📊 Chart 2 – Performance Rating Forecast.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48624" y="3876104"/>
            <a:ext cx="6928986" cy="25347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48624" y="7339319"/>
            <a:ext cx="6928986" cy="25603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180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" grpId="0"/>
      <p:bldP spid="21" grpId="0"/>
      <p:bldP spid="24" grpId="0"/>
      <p:bldP spid="25" grpId="0"/>
      <p:bldP spid="26" grpId="0" animBg="1"/>
      <p:bldP spid="27" grpId="0" animBg="1"/>
      <p:bldP spid="28" grpId="0" animBg="1"/>
      <p:bldP spid="29" grpId="0" animBg="1"/>
      <p:bldP spid="33" grpId="0" animBg="1"/>
      <p:bldP spid="36" grpId="0"/>
      <p:bldP spid="3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5495108" y="571500"/>
            <a:ext cx="1381570" cy="891837"/>
          </a:xfrm>
          <a:custGeom>
            <a:avLst/>
            <a:gdLst/>
            <a:ahLst/>
            <a:cxnLst/>
            <a:rect l="l" t="t" r="r" b="b"/>
            <a:pathLst>
              <a:path w="1381570" h="1381570">
                <a:moveTo>
                  <a:pt x="0" y="0"/>
                </a:moveTo>
                <a:lnTo>
                  <a:pt x="1381570" y="0"/>
                </a:lnTo>
                <a:lnTo>
                  <a:pt x="1381570" y="1381570"/>
                </a:lnTo>
                <a:lnTo>
                  <a:pt x="0" y="1381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6876677" y="817751"/>
            <a:ext cx="5936813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fr-FR" sz="2800" b="1">
                <a:solidFill>
                  <a:srgbClr val="002060"/>
                </a:solidFill>
                <a:latin typeface="Bodoni MT" panose="02070603080606020203" pitchFamily="18" charset="0"/>
              </a:rPr>
              <a:t>📊 Chart 3 – Corrélation Matrix.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05980" y="794540"/>
            <a:ext cx="959825" cy="47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sz="2800" b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03</a:t>
            </a:r>
          </a:p>
        </p:txBody>
      </p:sp>
      <p:sp>
        <p:nvSpPr>
          <p:cNvPr id="26" name="Freeform 26"/>
          <p:cNvSpPr/>
          <p:nvPr/>
        </p:nvSpPr>
        <p:spPr>
          <a:xfrm rot="1026841">
            <a:off x="13266207" y="-2293406"/>
            <a:ext cx="6727323" cy="4586811"/>
          </a:xfrm>
          <a:custGeom>
            <a:avLst/>
            <a:gdLst/>
            <a:ahLst/>
            <a:cxnLst/>
            <a:rect l="l" t="t" r="r" b="b"/>
            <a:pathLst>
              <a:path w="6727323" h="4586811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 rot="635325">
            <a:off x="-1442576" y="8071855"/>
            <a:ext cx="7907020" cy="6699403"/>
          </a:xfrm>
          <a:custGeom>
            <a:avLst/>
            <a:gdLst/>
            <a:ahLst/>
            <a:cxnLst/>
            <a:rect l="l" t="t" r="r" b="b"/>
            <a:pathLst>
              <a:path w="7907020" h="6699403">
                <a:moveTo>
                  <a:pt x="0" y="0"/>
                </a:moveTo>
                <a:lnTo>
                  <a:pt x="7907020" y="0"/>
                </a:lnTo>
                <a:lnTo>
                  <a:pt x="7907020" y="6699403"/>
                </a:lnTo>
                <a:lnTo>
                  <a:pt x="0" y="66994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 rot="-226878">
            <a:off x="-1213241" y="95650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 rot="2830696">
            <a:off x="16784568" y="8302960"/>
            <a:ext cx="1826324" cy="2534776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4"/>
          <p:cNvSpPr/>
          <p:nvPr/>
        </p:nvSpPr>
        <p:spPr>
          <a:xfrm>
            <a:off x="5554229" y="5686001"/>
            <a:ext cx="1381570" cy="1095493"/>
          </a:xfrm>
          <a:custGeom>
            <a:avLst/>
            <a:gdLst/>
            <a:ahLst/>
            <a:cxnLst/>
            <a:rect l="l" t="t" r="r" b="b"/>
            <a:pathLst>
              <a:path w="1381570" h="1381570">
                <a:moveTo>
                  <a:pt x="0" y="0"/>
                </a:moveTo>
                <a:lnTo>
                  <a:pt x="1381570" y="0"/>
                </a:lnTo>
                <a:lnTo>
                  <a:pt x="1381570" y="1381570"/>
                </a:lnTo>
                <a:lnTo>
                  <a:pt x="0" y="1381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TextBox 23"/>
          <p:cNvSpPr txBox="1"/>
          <p:nvPr/>
        </p:nvSpPr>
        <p:spPr>
          <a:xfrm>
            <a:off x="5837300" y="5895309"/>
            <a:ext cx="959825" cy="47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sz="2800" b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04</a:t>
            </a:r>
          </a:p>
        </p:txBody>
      </p:sp>
      <p:sp>
        <p:nvSpPr>
          <p:cNvPr id="39" name="TextBox 20"/>
          <p:cNvSpPr txBox="1"/>
          <p:nvPr/>
        </p:nvSpPr>
        <p:spPr>
          <a:xfrm>
            <a:off x="6876676" y="5882169"/>
            <a:ext cx="5936813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002060"/>
                </a:solidFill>
                <a:latin typeface="Bodoni MT" panose="02070603080606020203" pitchFamily="18" charset="0"/>
              </a:rPr>
              <a:t>📊 Chart 4 – Salary Growth Projection.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70615" y="1503524"/>
            <a:ext cx="7800735" cy="3331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70616" y="6663091"/>
            <a:ext cx="7800736" cy="32562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5930" b="91914" l="8081" r="94697">
                        <a14:foregroundMark x1="42677" y1="44205" x2="42424" y2="39084"/>
                        <a14:foregroundMark x1="42424" y1="39084" x2="36364" y2="35580"/>
                        <a14:foregroundMark x1="8081" y1="87062" x2="8081" y2="87062"/>
                        <a14:foregroundMark x1="91414" y1="72507" x2="91414" y2="72507"/>
                        <a14:foregroundMark x1="90152" y1="53639" x2="90152" y2="53639"/>
                        <a14:foregroundMark x1="94949" y1="72507" x2="94949" y2="72507"/>
                        <a14:foregroundMark x1="87879" y1="89488" x2="87879" y2="89488"/>
                        <a14:foregroundMark x1="62374" y1="5930" x2="62374" y2="5930"/>
                        <a14:foregroundMark x1="80808" y1="89488" x2="80808" y2="89488"/>
                        <a14:foregroundMark x1="68939" y1="91914" x2="68939" y2="91914"/>
                        <a14:foregroundMark x1="89141" y1="91375" x2="89141" y2="91375"/>
                        <a14:foregroundMark x1="14899" y1="89488" x2="14899" y2="89488"/>
                        <a14:backgroundMark x1="27525" y1="78976" x2="27525" y2="78976"/>
                        <a14:backgroundMark x1="27525" y1="77898" x2="27525" y2="77898"/>
                      </a14:backgroundRemoval>
                    </a14:imgEffect>
                  </a14:imgLayer>
                </a14:imgProps>
              </a:ext>
            </a:extLst>
          </a:blip>
          <a:srcRect l="3091" t="1670" r="3396" b="5381"/>
          <a:stretch/>
        </p:blipFill>
        <p:spPr>
          <a:xfrm>
            <a:off x="914399" y="2823017"/>
            <a:ext cx="4343401" cy="34900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2840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9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9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9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9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9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0" grpId="0"/>
      <p:bldP spid="23" grpId="0"/>
      <p:bldP spid="26" grpId="0" animBg="1"/>
      <p:bldP spid="27" grpId="0" animBg="1"/>
      <p:bldP spid="28" grpId="0" animBg="1"/>
      <p:bldP spid="29" grpId="0" animBg="1"/>
      <p:bldP spid="33" grpId="0" animBg="1"/>
      <p:bldP spid="36" grpId="0"/>
      <p:bldP spid="3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5509160" y="1089703"/>
            <a:ext cx="1381570" cy="813361"/>
          </a:xfrm>
          <a:custGeom>
            <a:avLst/>
            <a:gdLst/>
            <a:ahLst/>
            <a:cxnLst/>
            <a:rect l="l" t="t" r="r" b="b"/>
            <a:pathLst>
              <a:path w="1381570" h="1381570">
                <a:moveTo>
                  <a:pt x="0" y="0"/>
                </a:moveTo>
                <a:lnTo>
                  <a:pt x="1381570" y="0"/>
                </a:lnTo>
                <a:lnTo>
                  <a:pt x="1381570" y="1381570"/>
                </a:lnTo>
                <a:lnTo>
                  <a:pt x="0" y="1381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5735117" y="1257738"/>
            <a:ext cx="959825" cy="47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sz="2800" b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05</a:t>
            </a:r>
          </a:p>
        </p:txBody>
      </p:sp>
      <p:sp>
        <p:nvSpPr>
          <p:cNvPr id="26" name="Freeform 26"/>
          <p:cNvSpPr/>
          <p:nvPr/>
        </p:nvSpPr>
        <p:spPr>
          <a:xfrm rot="1026841">
            <a:off x="13266207" y="-2293406"/>
            <a:ext cx="6727323" cy="4586811"/>
          </a:xfrm>
          <a:custGeom>
            <a:avLst/>
            <a:gdLst/>
            <a:ahLst/>
            <a:cxnLst/>
            <a:rect l="l" t="t" r="r" b="b"/>
            <a:pathLst>
              <a:path w="6727323" h="4586811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 rot="635325">
            <a:off x="-4504888" y="6949993"/>
            <a:ext cx="6001404" cy="4734531"/>
          </a:xfrm>
          <a:custGeom>
            <a:avLst/>
            <a:gdLst/>
            <a:ahLst/>
            <a:cxnLst/>
            <a:rect l="l" t="t" r="r" b="b"/>
            <a:pathLst>
              <a:path w="7907020" h="6699403">
                <a:moveTo>
                  <a:pt x="0" y="0"/>
                </a:moveTo>
                <a:lnTo>
                  <a:pt x="7907020" y="0"/>
                </a:lnTo>
                <a:lnTo>
                  <a:pt x="7907020" y="6699403"/>
                </a:lnTo>
                <a:lnTo>
                  <a:pt x="0" y="66994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 rot="-226878">
            <a:off x="-1213241" y="95650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 rot="2830696">
            <a:off x="14939466" y="8144946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4"/>
          <p:cNvSpPr/>
          <p:nvPr/>
        </p:nvSpPr>
        <p:spPr>
          <a:xfrm>
            <a:off x="5695860" y="5464170"/>
            <a:ext cx="1381570" cy="1095493"/>
          </a:xfrm>
          <a:custGeom>
            <a:avLst/>
            <a:gdLst/>
            <a:ahLst/>
            <a:cxnLst/>
            <a:rect l="l" t="t" r="r" b="b"/>
            <a:pathLst>
              <a:path w="1381570" h="1381570">
                <a:moveTo>
                  <a:pt x="0" y="0"/>
                </a:moveTo>
                <a:lnTo>
                  <a:pt x="1381570" y="0"/>
                </a:lnTo>
                <a:lnTo>
                  <a:pt x="1381570" y="1381570"/>
                </a:lnTo>
                <a:lnTo>
                  <a:pt x="0" y="1381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TextBox 23"/>
          <p:cNvSpPr txBox="1"/>
          <p:nvPr/>
        </p:nvSpPr>
        <p:spPr>
          <a:xfrm>
            <a:off x="5871341" y="5716045"/>
            <a:ext cx="959825" cy="47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sz="2800" b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06</a:t>
            </a:r>
          </a:p>
        </p:txBody>
      </p:sp>
      <p:sp>
        <p:nvSpPr>
          <p:cNvPr id="40" name="TextBox 20"/>
          <p:cNvSpPr txBox="1"/>
          <p:nvPr/>
        </p:nvSpPr>
        <p:spPr>
          <a:xfrm>
            <a:off x="6920899" y="1267902"/>
            <a:ext cx="8392005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002060"/>
                </a:solidFill>
                <a:latin typeface="Bodoni MT" panose="02070603080606020203" pitchFamily="18" charset="0"/>
              </a:rPr>
              <a:t>📊 Chart 5 – Work-Life Balance &amp; Satisfaction Forecast.</a:t>
            </a:r>
          </a:p>
        </p:txBody>
      </p:sp>
      <p:sp>
        <p:nvSpPr>
          <p:cNvPr id="41" name="TextBox 20"/>
          <p:cNvSpPr txBox="1"/>
          <p:nvPr/>
        </p:nvSpPr>
        <p:spPr>
          <a:xfrm>
            <a:off x="7029028" y="5630331"/>
            <a:ext cx="9811171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002060"/>
                </a:solidFill>
                <a:latin typeface="Bodoni MT" panose="02070603080606020203" pitchFamily="18" charset="0"/>
              </a:rPr>
              <a:t>📊 Chart 6 – Workforce Education, Age &amp; Distribution Forecast.</a:t>
            </a: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7516" y="1883910"/>
            <a:ext cx="7844283" cy="35275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7516" y="6236433"/>
            <a:ext cx="7844284" cy="36314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6" name="Picture 45"/>
          <p:cNvPicPr>
            <a:picLocks noChangeAspect="1"/>
          </p:cNvPicPr>
          <p:nvPr/>
        </p:nvPicPr>
        <p:blipFill rotWithShape="1">
          <a:blip r:embed="rId14"/>
          <a:srcRect l="12459" t="1799" r="11062" b="5817"/>
          <a:stretch/>
        </p:blipFill>
        <p:spPr>
          <a:xfrm>
            <a:off x="609600" y="2705100"/>
            <a:ext cx="4429186" cy="4857405"/>
          </a:xfrm>
          <a:prstGeom prst="flowChartConnector">
            <a:avLst/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3" grpId="0"/>
      <p:bldP spid="26" grpId="0" animBg="1"/>
      <p:bldP spid="27" grpId="0" animBg="1"/>
      <p:bldP spid="28" grpId="0" animBg="1"/>
      <p:bldP spid="29" grpId="0" animBg="1"/>
      <p:bldP spid="33" grpId="0" animBg="1"/>
      <p:bldP spid="36" grpId="0"/>
      <p:bldP spid="40" grpId="0"/>
      <p:bldP spid="4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 26"/>
          <p:cNvSpPr/>
          <p:nvPr/>
        </p:nvSpPr>
        <p:spPr>
          <a:xfrm>
            <a:off x="12993540" y="-2171700"/>
            <a:ext cx="6727323" cy="4586811"/>
          </a:xfrm>
          <a:custGeom>
            <a:avLst/>
            <a:gdLst/>
            <a:ahLst/>
            <a:cxnLst/>
            <a:rect l="l" t="t" r="r" b="b"/>
            <a:pathLst>
              <a:path w="6727323" h="4586811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5205364" y="396853"/>
            <a:ext cx="9196435" cy="9253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13"/>
              </a:lnSpc>
            </a:pPr>
            <a:r>
              <a:rPr lang="en-US" sz="7200" b="1" i="1">
                <a:solidFill>
                  <a:srgbClr val="2D2261"/>
                </a:solidFill>
                <a:latin typeface="Bodoni MT Black"/>
                <a:sym typeface="Red Hat Display Bold"/>
              </a:rPr>
              <a:t>Recommendations</a:t>
            </a:r>
            <a:endParaRPr lang="en-US" sz="7200">
              <a:ea typeface="Calibri"/>
              <a:cs typeface="Calibri"/>
            </a:endParaRPr>
          </a:p>
        </p:txBody>
      </p:sp>
      <p:sp>
        <p:nvSpPr>
          <p:cNvPr id="27" name="Freeform 27"/>
          <p:cNvSpPr/>
          <p:nvPr/>
        </p:nvSpPr>
        <p:spPr>
          <a:xfrm rot="635325">
            <a:off x="-2693476" y="7124368"/>
            <a:ext cx="7716162" cy="6326217"/>
          </a:xfrm>
          <a:custGeom>
            <a:avLst/>
            <a:gdLst/>
            <a:ahLst/>
            <a:cxnLst/>
            <a:rect l="l" t="t" r="r" b="b"/>
            <a:pathLst>
              <a:path w="7907020" h="6699403">
                <a:moveTo>
                  <a:pt x="0" y="0"/>
                </a:moveTo>
                <a:lnTo>
                  <a:pt x="7907020" y="0"/>
                </a:lnTo>
                <a:lnTo>
                  <a:pt x="7907020" y="6699403"/>
                </a:lnTo>
                <a:lnTo>
                  <a:pt x="0" y="66994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 rot="-226878">
            <a:off x="-1046186" y="-225835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 rot="2830696">
            <a:off x="14694773" y="7094421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62797" y="24552"/>
            <a:ext cx="1337796" cy="131614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8238" b="96568" l="5442" r="90930">
                        <a14:foregroundMark x1="72562" y1="14416" x2="72562" y2="14416"/>
                        <a14:foregroundMark x1="72562" y1="14416" x2="72562" y2="14416"/>
                        <a14:foregroundMark x1="72562" y1="14416" x2="72562" y2="14416"/>
                        <a14:foregroundMark x1="72562" y1="14416" x2="73469" y2="22883"/>
                        <a14:foregroundMark x1="73469" y1="22883" x2="72336" y2="24256"/>
                        <a14:foregroundMark x1="71202" y1="8238" x2="72109" y2="10526"/>
                        <a14:foregroundMark x1="89796" y1="16018" x2="87982" y2="19222"/>
                        <a14:foregroundMark x1="91383" y1="37986" x2="90930" y2="40275"/>
                        <a14:foregroundMark x1="27664" y1="79634" x2="15646" y2="81236"/>
                        <a14:foregroundMark x1="15646" y1="81236" x2="15646" y2="81236"/>
                        <a14:foregroundMark x1="15646" y1="81236" x2="12925" y2="72998"/>
                        <a14:foregroundMark x1="12925" y1="72998" x2="13605" y2="64073"/>
                        <a14:foregroundMark x1="13605" y1="64073" x2="15873" y2="59497"/>
                        <a14:foregroundMark x1="9524" y1="64302" x2="5669" y2="65446"/>
                        <a14:foregroundMark x1="34467" y1="86728" x2="17914" y2="94737"/>
                        <a14:foregroundMark x1="34014" y1="97483" x2="24943" y2="96796"/>
                        <a14:foregroundMark x1="24943" y1="96796" x2="24490" y2="96568"/>
                        <a14:foregroundMark x1="24490" y1="96568" x2="18821" y2="96796"/>
                        <a14:foregroundMark x1="18821" y1="96796" x2="11111" y2="96110"/>
                        <a14:foregroundMark x1="5442" y1="88558" x2="5442" y2="88558"/>
                        <a14:foregroundMark x1="21542" y1="66590" x2="21542" y2="66590"/>
                        <a14:foregroundMark x1="21542" y1="66590" x2="21315" y2="55149"/>
                        <a14:foregroundMark x1="21088" y1="65904" x2="22676" y2="75515"/>
                        <a14:foregroundMark x1="22676" y1="75515" x2="17914" y2="81693"/>
                        <a14:foregroundMark x1="22449" y1="79863" x2="22676" y2="75057"/>
                        <a14:foregroundMark x1="27438" y1="59725" x2="29252" y2="57208"/>
                      </a14:backgroundRemoval>
                    </a14:imgEffect>
                  </a14:imgLayer>
                </a14:imgProps>
              </a:ext>
            </a:extLst>
          </a:blip>
          <a:srcRect l="1628" t="4571" r="2720" b="1344"/>
          <a:stretch/>
        </p:blipFill>
        <p:spPr>
          <a:xfrm>
            <a:off x="494643" y="3398995"/>
            <a:ext cx="4340483" cy="4603543"/>
          </a:xfrm>
          <a:prstGeom prst="roundRect">
            <a:avLst>
              <a:gd name="adj" fmla="val 11819"/>
            </a:avLst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341558E-B09A-59CC-C75E-4E703180DD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4944051"/>
              </p:ext>
            </p:extLst>
          </p:nvPr>
        </p:nvGraphicFramePr>
        <p:xfrm>
          <a:off x="1165123" y="1666596"/>
          <a:ext cx="15697509" cy="82235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  <p:extLst>
      <p:ext uri="{BB962C8B-B14F-4D97-AF65-F5344CB8AC3E}">
        <p14:creationId xmlns:p14="http://schemas.microsoft.com/office/powerpoint/2010/main" val="3049045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5" grpId="0"/>
      <p:bldP spid="27" grpId="0" animBg="1"/>
      <p:bldP spid="28" grpId="0" animBg="1"/>
      <p:bldP spid="29" grpId="0" animBg="1"/>
      <p:bldGraphic spid="2" grpId="0">
        <p:bldAsOne/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07705A-8668-F6FE-565E-445DE76D6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 26">
            <a:extLst>
              <a:ext uri="{FF2B5EF4-FFF2-40B4-BE49-F238E27FC236}">
                <a16:creationId xmlns:a16="http://schemas.microsoft.com/office/drawing/2014/main" id="{CA10EF15-28C3-81C7-24C5-88E522196945}"/>
              </a:ext>
            </a:extLst>
          </p:cNvPr>
          <p:cNvSpPr/>
          <p:nvPr/>
        </p:nvSpPr>
        <p:spPr>
          <a:xfrm>
            <a:off x="12993540" y="-2171700"/>
            <a:ext cx="6727323" cy="4586811"/>
          </a:xfrm>
          <a:custGeom>
            <a:avLst/>
            <a:gdLst/>
            <a:ahLst/>
            <a:cxnLst/>
            <a:rect l="l" t="t" r="r" b="b"/>
            <a:pathLst>
              <a:path w="6727323" h="4586811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8298FB2F-21C3-C71E-EC0A-426CF660BC15}"/>
              </a:ext>
            </a:extLst>
          </p:cNvPr>
          <p:cNvSpPr/>
          <p:nvPr/>
        </p:nvSpPr>
        <p:spPr>
          <a:xfrm rot="635325">
            <a:off x="-2607212" y="6671481"/>
            <a:ext cx="7716162" cy="6326217"/>
          </a:xfrm>
          <a:custGeom>
            <a:avLst/>
            <a:gdLst/>
            <a:ahLst/>
            <a:cxnLst/>
            <a:rect l="l" t="t" r="r" b="b"/>
            <a:pathLst>
              <a:path w="7907020" h="6699403">
                <a:moveTo>
                  <a:pt x="0" y="0"/>
                </a:moveTo>
                <a:lnTo>
                  <a:pt x="7907020" y="0"/>
                </a:lnTo>
                <a:lnTo>
                  <a:pt x="7907020" y="6699403"/>
                </a:lnTo>
                <a:lnTo>
                  <a:pt x="0" y="66994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15D10669-160F-7229-28C2-D5053BF89A06}"/>
              </a:ext>
            </a:extLst>
          </p:cNvPr>
          <p:cNvSpPr/>
          <p:nvPr/>
        </p:nvSpPr>
        <p:spPr>
          <a:xfrm rot="-226878">
            <a:off x="-1046186" y="-225835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10F6C8F7-8F6A-C13D-E06B-FA4FB9E5F15F}"/>
              </a:ext>
            </a:extLst>
          </p:cNvPr>
          <p:cNvSpPr/>
          <p:nvPr/>
        </p:nvSpPr>
        <p:spPr>
          <a:xfrm rot="2830696">
            <a:off x="14694773" y="7094421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FAF1E20-4A3F-3C57-7D44-063B1043CC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260892"/>
              </p:ext>
            </p:extLst>
          </p:nvPr>
        </p:nvGraphicFramePr>
        <p:xfrm>
          <a:off x="784860" y="2177"/>
          <a:ext cx="16690117" cy="8632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</p:spTree>
    <p:extLst>
      <p:ext uri="{BB962C8B-B14F-4D97-AF65-F5344CB8AC3E}">
        <p14:creationId xmlns:p14="http://schemas.microsoft.com/office/powerpoint/2010/main" val="3101079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Graphic spid="2" grpId="0">
        <p:bldAsOne/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1D382B-AE9D-5808-17DD-0FE75055F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8E49DF4-5D48-B2E9-5B05-3124DFE1F1DD}"/>
              </a:ext>
            </a:extLst>
          </p:cNvPr>
          <p:cNvSpPr txBox="1"/>
          <p:nvPr/>
        </p:nvSpPr>
        <p:spPr>
          <a:xfrm>
            <a:off x="4410633" y="2493737"/>
            <a:ext cx="8994142" cy="90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sz="9600" b="1" i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Thank You</a:t>
            </a:r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0AE7CDED-E6F2-F5BC-2626-38D9306F75DC}"/>
              </a:ext>
            </a:extLst>
          </p:cNvPr>
          <p:cNvSpPr/>
          <p:nvPr/>
        </p:nvSpPr>
        <p:spPr>
          <a:xfrm rot="-2080684">
            <a:off x="9382027" y="7335984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E8C2C09E-0379-F59A-70B6-A94CB531C43F}"/>
              </a:ext>
            </a:extLst>
          </p:cNvPr>
          <p:cNvSpPr/>
          <p:nvPr/>
        </p:nvSpPr>
        <p:spPr>
          <a:xfrm rot="9426524">
            <a:off x="-3547800" y="-4000028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1A220091-9A49-5C60-832F-903CEE51B5E8}"/>
              </a:ext>
            </a:extLst>
          </p:cNvPr>
          <p:cNvSpPr/>
          <p:nvPr/>
        </p:nvSpPr>
        <p:spPr>
          <a:xfrm rot="-2624874">
            <a:off x="-580188" y="8677947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17D9A758-5675-0D90-EE41-940D1142C9EC}"/>
              </a:ext>
            </a:extLst>
          </p:cNvPr>
          <p:cNvSpPr/>
          <p:nvPr/>
        </p:nvSpPr>
        <p:spPr>
          <a:xfrm rot="2830696">
            <a:off x="15248582" y="6883129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64E3EC3A-9AB3-79C5-5001-1CCCE81F3F2E}"/>
              </a:ext>
            </a:extLst>
          </p:cNvPr>
          <p:cNvSpPr txBox="1"/>
          <p:nvPr/>
        </p:nvSpPr>
        <p:spPr>
          <a:xfrm>
            <a:off x="1915047" y="3823138"/>
            <a:ext cx="14457906" cy="5408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065"/>
              </a:lnSpc>
            </a:pPr>
            <a:r>
              <a:rPr lang="en-US" sz="4400" dirty="0">
                <a:solidFill>
                  <a:schemeClr val="tx2"/>
                </a:solidFill>
                <a:latin typeface="Bookman Old Style"/>
              </a:rPr>
              <a:t>We sincerely thank DEPI and the Ministry of Communications and Information Technology of Egypt for giving us the opportunity to explore a new field, providing outstanding materials, dedicated support, and highly skilled trainers.</a:t>
            </a:r>
            <a:br>
              <a:rPr lang="en-US" sz="4400" dirty="0">
                <a:latin typeface="Bookman Old Style"/>
              </a:rPr>
            </a:br>
            <a:r>
              <a:rPr lang="en-US" sz="4400" dirty="0">
                <a:solidFill>
                  <a:schemeClr val="tx2"/>
                </a:solidFill>
                <a:latin typeface="Bookman Old Style"/>
              </a:rPr>
              <a:t> Your efforts have truly empowered us for the future.</a:t>
            </a:r>
            <a:endParaRPr lang="ar-SA" sz="4400" dirty="0">
              <a:ea typeface="Calibri"/>
            </a:endParaRPr>
          </a:p>
          <a:p>
            <a:pPr algn="just">
              <a:lnSpc>
                <a:spcPts val="6065"/>
              </a:lnSpc>
            </a:pPr>
            <a:endParaRPr lang="ar-SA" sz="4400" dirty="0">
              <a:ea typeface="Calibri"/>
            </a:endParaRPr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4521566-8952-38D8-06D1-F729500A0B0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916978" y="400050"/>
            <a:ext cx="4200525" cy="2171700"/>
          </a:xfrm>
          <a:prstGeom prst="rect">
            <a:avLst/>
          </a:prstGeom>
        </p:spPr>
      </p:pic>
      <p:sp>
        <p:nvSpPr>
          <p:cNvPr id="3" name="Freeform 3">
            <a:extLst>
              <a:ext uri="{FF2B5EF4-FFF2-40B4-BE49-F238E27FC236}">
                <a16:creationId xmlns:a16="http://schemas.microsoft.com/office/drawing/2014/main" id="{BEBA9ACA-0F47-E8CE-B997-C3822EFEFF94}"/>
              </a:ext>
            </a:extLst>
          </p:cNvPr>
          <p:cNvSpPr/>
          <p:nvPr/>
        </p:nvSpPr>
        <p:spPr>
          <a:xfrm>
            <a:off x="101126" y="736929"/>
            <a:ext cx="3556474" cy="1976751"/>
          </a:xfrm>
          <a:custGeom>
            <a:avLst/>
            <a:gdLst/>
            <a:ahLst/>
            <a:cxnLst/>
            <a:rect l="l" t="t" r="r" b="b"/>
            <a:pathLst>
              <a:path w="2972768" h="2475234">
                <a:moveTo>
                  <a:pt x="0" y="0"/>
                </a:moveTo>
                <a:lnTo>
                  <a:pt x="2972768" y="0"/>
                </a:lnTo>
                <a:lnTo>
                  <a:pt x="2972768" y="2475234"/>
                </a:lnTo>
                <a:lnTo>
                  <a:pt x="0" y="247523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 sz="1050">
              <a:solidFill>
                <a:prstClr val="black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8106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7" grpId="0" animBg="1"/>
      <p:bldP spid="28" grpId="0" animBg="1"/>
      <p:bldP spid="29" grpId="0" animBg="1"/>
      <p:bldP spid="30" grpId="0" animBg="1"/>
      <p:bldP spid="4" grpId="0"/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45C46E-122B-06F9-D290-3E51D8D61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A3F494BF-4E2B-8656-BDB2-C7FD821BEA59}"/>
              </a:ext>
            </a:extLst>
          </p:cNvPr>
          <p:cNvSpPr txBox="1"/>
          <p:nvPr/>
        </p:nvSpPr>
        <p:spPr>
          <a:xfrm>
            <a:off x="3900169" y="654600"/>
            <a:ext cx="10487662" cy="804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sz="6600" b="1" i="1" dirty="0">
                <a:solidFill>
                  <a:srgbClr val="2D2261"/>
                </a:solidFill>
                <a:latin typeface="Bodoni MT Black"/>
                <a:ea typeface="Red Hat Display Bold"/>
                <a:cs typeface="Red Hat Display Bold"/>
              </a:rPr>
              <a:t>Linked in &amp; Get Hub</a:t>
            </a:r>
            <a:endParaRPr lang="en-US" sz="6600" b="1" i="1" dirty="0">
              <a:solidFill>
                <a:srgbClr val="2D2261"/>
              </a:solidFill>
              <a:latin typeface="Bodoni MT Black" panose="02070A03080606020203" pitchFamily="18" charset="0"/>
              <a:ea typeface="Red Hat Display Bold"/>
              <a:cs typeface="Red Hat Display Bold"/>
            </a:endParaRPr>
          </a:p>
        </p:txBody>
      </p:sp>
      <p:sp>
        <p:nvSpPr>
          <p:cNvPr id="6" name="Freeform 27">
            <a:extLst>
              <a:ext uri="{FF2B5EF4-FFF2-40B4-BE49-F238E27FC236}">
                <a16:creationId xmlns:a16="http://schemas.microsoft.com/office/drawing/2014/main" id="{D35889ED-4EA2-E643-A786-CACC5A31E553}"/>
              </a:ext>
            </a:extLst>
          </p:cNvPr>
          <p:cNvSpPr/>
          <p:nvPr/>
        </p:nvSpPr>
        <p:spPr>
          <a:xfrm rot="-2080684">
            <a:off x="9382027" y="7335984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28">
            <a:extLst>
              <a:ext uri="{FF2B5EF4-FFF2-40B4-BE49-F238E27FC236}">
                <a16:creationId xmlns:a16="http://schemas.microsoft.com/office/drawing/2014/main" id="{26419DCE-FD14-8FE0-11FC-6186FB3FD8D7}"/>
              </a:ext>
            </a:extLst>
          </p:cNvPr>
          <p:cNvSpPr/>
          <p:nvPr/>
        </p:nvSpPr>
        <p:spPr>
          <a:xfrm rot="9426524">
            <a:off x="-5904940" y="-4340568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29">
            <a:extLst>
              <a:ext uri="{FF2B5EF4-FFF2-40B4-BE49-F238E27FC236}">
                <a16:creationId xmlns:a16="http://schemas.microsoft.com/office/drawing/2014/main" id="{57CF3AFB-CC14-2373-C02F-CEB49DCD8269}"/>
              </a:ext>
            </a:extLst>
          </p:cNvPr>
          <p:cNvSpPr/>
          <p:nvPr/>
        </p:nvSpPr>
        <p:spPr>
          <a:xfrm rot="-2624874">
            <a:off x="-580188" y="8677947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30">
            <a:extLst>
              <a:ext uri="{FF2B5EF4-FFF2-40B4-BE49-F238E27FC236}">
                <a16:creationId xmlns:a16="http://schemas.microsoft.com/office/drawing/2014/main" id="{F06DE77B-11CB-C3D3-422C-8442960948B9}"/>
              </a:ext>
            </a:extLst>
          </p:cNvPr>
          <p:cNvSpPr/>
          <p:nvPr/>
        </p:nvSpPr>
        <p:spPr>
          <a:xfrm rot="2830696">
            <a:off x="15248582" y="6883129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05E1591D-A311-F6C9-97BD-319A7159A79B}"/>
              </a:ext>
            </a:extLst>
          </p:cNvPr>
          <p:cNvSpPr txBox="1"/>
          <p:nvPr/>
        </p:nvSpPr>
        <p:spPr>
          <a:xfrm>
            <a:off x="6069026" y="6896798"/>
            <a:ext cx="5697889" cy="708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65"/>
              </a:lnSpc>
            </a:pPr>
            <a:r>
              <a:rPr lang="en-US" sz="3600" b="1" dirty="0">
                <a:solidFill>
                  <a:schemeClr val="tx2"/>
                </a:solidFill>
                <a:ea typeface="+mn-lt"/>
                <a:cs typeface="+mn-lt"/>
                <a:hlinkClick r:id="rId11"/>
              </a:rPr>
              <a:t>Check Project Codes &amp; Details</a:t>
            </a:r>
            <a:endParaRPr lang="en-US" sz="3600" b="1" dirty="0">
              <a:solidFill>
                <a:schemeClr val="tx2"/>
              </a:solidFill>
              <a:ea typeface="+mn-lt"/>
              <a:cs typeface="+mn-lt"/>
              <a:hlinkClick r:id="rId1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11" name="Picture 10" descr="A group of people with blue and black text&#10;&#10;AI-generated content may be incorrect.">
            <a:extLst>
              <a:ext uri="{FF2B5EF4-FFF2-40B4-BE49-F238E27FC236}">
                <a16:creationId xmlns:a16="http://schemas.microsoft.com/office/drawing/2014/main" id="{DB3A8ED3-5183-6DAF-C550-26DC850958F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684693" y="187643"/>
            <a:ext cx="3274695" cy="37242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9AC675C-F923-EBF7-2272-1700F8075A51}"/>
              </a:ext>
            </a:extLst>
          </p:cNvPr>
          <p:cNvSpPr txBox="1"/>
          <p:nvPr/>
        </p:nvSpPr>
        <p:spPr>
          <a:xfrm>
            <a:off x="1639102" y="6907196"/>
            <a:ext cx="2410447" cy="82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6065"/>
              </a:lnSpc>
            </a:pPr>
            <a:r>
              <a:rPr lang="en-US" sz="4400" b="1" dirty="0">
                <a:solidFill>
                  <a:schemeClr val="tx2"/>
                </a:solidFill>
                <a:ea typeface="+mn-lt"/>
                <a:cs typeface="+mn-lt"/>
              </a:rPr>
              <a:t>Get Hub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FDBFB68-7CCE-299F-BA6F-8ACC8314C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944554"/>
              </p:ext>
            </p:extLst>
          </p:nvPr>
        </p:nvGraphicFramePr>
        <p:xfrm>
          <a:off x="1743351" y="2228490"/>
          <a:ext cx="4396223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6223">
                  <a:extLst>
                    <a:ext uri="{9D8B030D-6E8A-4147-A177-3AD203B41FA5}">
                      <a16:colId xmlns:a16="http://schemas.microsoft.com/office/drawing/2014/main" val="3320702188"/>
                    </a:ext>
                  </a:extLst>
                </a:gridCol>
              </a:tblGrid>
              <a:tr h="741691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Linked 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67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>
                          <a:solidFill>
                            <a:schemeClr val="tx2"/>
                          </a:solidFill>
                          <a:ea typeface="Calibri"/>
                          <a:cs typeface="Calibri"/>
                          <a:hlinkClick r:id="rId14"/>
                        </a:rPr>
                        <a:t>Nada Youssif</a:t>
                      </a:r>
                      <a:endParaRPr lang="ar-SA" sz="4000" dirty="0">
                        <a:solidFill>
                          <a:schemeClr val="tx2"/>
                        </a:solidFill>
                        <a:ea typeface="Calibri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052697"/>
                  </a:ext>
                </a:extLst>
              </a:tr>
              <a:tr h="681311">
                <a:tc>
                  <a:txBody>
                    <a:bodyPr/>
                    <a:lstStyle/>
                    <a:p>
                      <a:r>
                        <a:rPr lang="en-US" sz="4000" dirty="0">
                          <a:solidFill>
                            <a:schemeClr val="tx2"/>
                          </a:solidFill>
                          <a:ea typeface="Calibri"/>
                          <a:cs typeface="Calibri"/>
                          <a:hlinkClick r:id="rId15"/>
                        </a:rPr>
                        <a:t>Reham Ashraf</a:t>
                      </a:r>
                      <a:endParaRPr 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135394"/>
                  </a:ext>
                </a:extLst>
              </a:tr>
              <a:tr h="681311">
                <a:tc>
                  <a:txBody>
                    <a:bodyPr/>
                    <a:lstStyle/>
                    <a:p>
                      <a:r>
                        <a:rPr lang="en-US" sz="4000" dirty="0">
                          <a:solidFill>
                            <a:schemeClr val="tx2"/>
                          </a:solidFill>
                          <a:ea typeface="Calibri"/>
                          <a:cs typeface="Calibri"/>
                          <a:hlinkClick r:id="rId16"/>
                        </a:rPr>
                        <a:t>Farah Mohamed</a:t>
                      </a:r>
                      <a:endParaRPr 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656670"/>
                  </a:ext>
                </a:extLst>
              </a:tr>
              <a:tr h="681311">
                <a:tc>
                  <a:txBody>
                    <a:bodyPr/>
                    <a:lstStyle/>
                    <a:p>
                      <a:r>
                        <a:rPr lang="en-US" sz="4000" dirty="0">
                          <a:solidFill>
                            <a:schemeClr val="tx2"/>
                          </a:solidFill>
                          <a:ea typeface="+mn-lt"/>
                          <a:cs typeface="+mn-lt"/>
                          <a:hlinkClick r:id="rId12"/>
                        </a:rPr>
                        <a:t>Mai </a:t>
                      </a:r>
                      <a:r>
                        <a:rPr lang="en-US" sz="4000" dirty="0" err="1">
                          <a:solidFill>
                            <a:schemeClr val="tx2"/>
                          </a:solidFill>
                          <a:ea typeface="+mn-lt"/>
                          <a:cs typeface="+mn-lt"/>
                          <a:hlinkClick r:id="rId12"/>
                        </a:rPr>
                        <a:t>Mosaad</a:t>
                      </a:r>
                      <a:endParaRPr 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664648"/>
                  </a:ext>
                </a:extLst>
              </a:tr>
              <a:tr h="681311">
                <a:tc>
                  <a:txBody>
                    <a:bodyPr/>
                    <a:lstStyle/>
                    <a:p>
                      <a:r>
                        <a:rPr lang="en-US" sz="4000" dirty="0">
                          <a:solidFill>
                            <a:schemeClr val="tx2"/>
                          </a:solidFill>
                          <a:latin typeface="Bookman Old Style"/>
                          <a:cs typeface="Arial"/>
                          <a:hlinkClick r:id="rId17"/>
                        </a:rPr>
                        <a:t>Mai Ayman</a:t>
                      </a:r>
                      <a:r>
                        <a:rPr lang="ar-EG" sz="4000" dirty="0">
                          <a:solidFill>
                            <a:schemeClr val="tx2"/>
                          </a:solidFill>
                          <a:latin typeface="Bookman Old Style"/>
                          <a:cs typeface="Arial"/>
                          <a:hlinkClick r:id="rId17"/>
                        </a:rPr>
                        <a:t> </a:t>
                      </a:r>
                      <a:endParaRPr 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099014"/>
                  </a:ext>
                </a:extLst>
              </a:tr>
            </a:tbl>
          </a:graphicData>
        </a:graphic>
      </p:graphicFrame>
      <p:sp>
        <p:nvSpPr>
          <p:cNvPr id="14" name="Arrow: Right 13">
            <a:extLst>
              <a:ext uri="{FF2B5EF4-FFF2-40B4-BE49-F238E27FC236}">
                <a16:creationId xmlns:a16="http://schemas.microsoft.com/office/drawing/2014/main" id="{0741C555-B9C8-0355-2C6B-97405CBC3C1B}"/>
              </a:ext>
            </a:extLst>
          </p:cNvPr>
          <p:cNvSpPr/>
          <p:nvPr/>
        </p:nvSpPr>
        <p:spPr>
          <a:xfrm>
            <a:off x="3766560" y="7277685"/>
            <a:ext cx="1920240" cy="1746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62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 animBg="1"/>
      <p:bldP spid="9" grpId="0" animBg="1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804ACC-E8DC-25A6-434B-371F5DCF9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070183B-32F5-39FA-C188-45BF338E242B}"/>
              </a:ext>
            </a:extLst>
          </p:cNvPr>
          <p:cNvSpPr txBox="1"/>
          <p:nvPr/>
        </p:nvSpPr>
        <p:spPr>
          <a:xfrm>
            <a:off x="4410633" y="2493737"/>
            <a:ext cx="8994142" cy="90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sz="9600" b="1" i="1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Thank You</a:t>
            </a:r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B3F002A8-B73F-B4E6-7081-B11369A188F6}"/>
              </a:ext>
            </a:extLst>
          </p:cNvPr>
          <p:cNvSpPr/>
          <p:nvPr/>
        </p:nvSpPr>
        <p:spPr>
          <a:xfrm rot="-2080684">
            <a:off x="9382027" y="7335984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E7EE5E60-B9A5-24E4-A618-95720E1AB88F}"/>
              </a:ext>
            </a:extLst>
          </p:cNvPr>
          <p:cNvSpPr/>
          <p:nvPr/>
        </p:nvSpPr>
        <p:spPr>
          <a:xfrm rot="9426524">
            <a:off x="-3547800" y="-4000028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420BF071-3346-016B-D553-CB9C71BFA338}"/>
              </a:ext>
            </a:extLst>
          </p:cNvPr>
          <p:cNvSpPr/>
          <p:nvPr/>
        </p:nvSpPr>
        <p:spPr>
          <a:xfrm rot="-2624874">
            <a:off x="-580188" y="8677947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EA0D39A3-8CE7-92DC-D9DF-81061CF0F8E9}"/>
              </a:ext>
            </a:extLst>
          </p:cNvPr>
          <p:cNvSpPr/>
          <p:nvPr/>
        </p:nvSpPr>
        <p:spPr>
          <a:xfrm rot="2830696">
            <a:off x="14654222" y="-340631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4D7485E-4FD5-430B-6C09-0F3B507B9A3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0" y="4200814"/>
            <a:ext cx="5029176" cy="429768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C4F195A-22C0-6ACC-330E-693FAC818A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24530" y="4155094"/>
            <a:ext cx="4424865" cy="438912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1798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7" grpId="0" animBg="1"/>
      <p:bldP spid="28" grpId="0" animBg="1"/>
      <p:bldP spid="29" grpId="0" animBg="1"/>
      <p:bldP spid="3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DABAF7-B88D-0F63-517C-5305BB4C9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8499E43-FCA7-9F6C-5506-F3786FA3485B}"/>
              </a:ext>
            </a:extLst>
          </p:cNvPr>
          <p:cNvSpPr txBox="1"/>
          <p:nvPr/>
        </p:nvSpPr>
        <p:spPr>
          <a:xfrm>
            <a:off x="4646929" y="4881725"/>
            <a:ext cx="8994142" cy="90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sz="9600" b="1" i="1" dirty="0">
                <a:solidFill>
                  <a:srgbClr val="2D2261"/>
                </a:solidFill>
                <a:latin typeface="Bodoni MT Black" panose="02070A03080606020203" pitchFamily="18" charset="0"/>
                <a:ea typeface="Red Hat Display Bold"/>
                <a:cs typeface="Red Hat Display Bold"/>
                <a:sym typeface="Red Hat Display Bold"/>
              </a:rPr>
              <a:t>Q&amp;A</a:t>
            </a:r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C8CC9E12-DECE-941D-896C-C1DFAC2430F9}"/>
              </a:ext>
            </a:extLst>
          </p:cNvPr>
          <p:cNvSpPr/>
          <p:nvPr/>
        </p:nvSpPr>
        <p:spPr>
          <a:xfrm rot="-2080684">
            <a:off x="9382027" y="7335984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E57CBA58-D961-4A5E-8500-E030F09A8779}"/>
              </a:ext>
            </a:extLst>
          </p:cNvPr>
          <p:cNvSpPr/>
          <p:nvPr/>
        </p:nvSpPr>
        <p:spPr>
          <a:xfrm rot="9426524">
            <a:off x="-3547800" y="-4000028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4A4360AB-07AF-23E2-7D46-2908424628EE}"/>
              </a:ext>
            </a:extLst>
          </p:cNvPr>
          <p:cNvSpPr/>
          <p:nvPr/>
        </p:nvSpPr>
        <p:spPr>
          <a:xfrm rot="-2624874">
            <a:off x="-580188" y="8677947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CBDE1181-7FA6-5E63-718E-888A4DFC0DF5}"/>
              </a:ext>
            </a:extLst>
          </p:cNvPr>
          <p:cNvSpPr/>
          <p:nvPr/>
        </p:nvSpPr>
        <p:spPr>
          <a:xfrm rot="2830696">
            <a:off x="14654222" y="-340631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24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7" grpId="0" animBg="1"/>
      <p:bldP spid="28" grpId="0" animBg="1"/>
      <p:bldP spid="29" grpId="0" animBg="1"/>
      <p:bldP spid="3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875</Words>
  <Application>Microsoft Office PowerPoint</Application>
  <PresentationFormat>Custom</PresentationFormat>
  <Paragraphs>215</Paragraphs>
  <Slides>31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8" baseType="lpstr">
      <vt:lpstr>Red Hat Text</vt:lpstr>
      <vt:lpstr>Arial Rounded MT Bold</vt:lpstr>
      <vt:lpstr>Baskerville Old Face</vt:lpstr>
      <vt:lpstr>Bahnschrift</vt:lpstr>
      <vt:lpstr>Calibri</vt:lpstr>
      <vt:lpstr>Red Hat Display</vt:lpstr>
      <vt:lpstr>Times New Roman</vt:lpstr>
      <vt:lpstr>Aharoni</vt:lpstr>
      <vt:lpstr>Bookman Old Style</vt:lpstr>
      <vt:lpstr>Andalus</vt:lpstr>
      <vt:lpstr>Berlin Sans FB</vt:lpstr>
      <vt:lpstr>ADLaM Display</vt:lpstr>
      <vt:lpstr>Bodoni MT</vt:lpstr>
      <vt:lpstr>Bodoni MT Black</vt:lpstr>
      <vt:lpstr>Red Hat Display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Cream Illustrative SWOT Analysis Presentation</dc:title>
  <dc:creator>Farah Mohamed</dc:creator>
  <cp:lastModifiedBy>ندى يوسف سلطان شحاته</cp:lastModifiedBy>
  <cp:revision>187</cp:revision>
  <dcterms:created xsi:type="dcterms:W3CDTF">2006-08-16T00:00:00Z</dcterms:created>
  <dcterms:modified xsi:type="dcterms:W3CDTF">2025-04-30T21:59:00Z</dcterms:modified>
  <dc:identifier>DAGkjgT6C8U</dc:identifier>
</cp:coreProperties>
</file>